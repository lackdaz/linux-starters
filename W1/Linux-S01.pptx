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</p:sldMasterIdLst>
  <p:notesMasterIdLst>
    <p:notesMasterId r:id="rId32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58" autoAdjust="0"/>
  </p:normalViewPr>
  <p:slideViewPr>
    <p:cSldViewPr snapToGrid="0">
      <p:cViewPr varScale="1">
        <p:scale>
          <a:sx n="95" d="100"/>
          <a:sy n="95" d="100"/>
        </p:scale>
        <p:origin x="5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5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F69805-FC06-47B2-852D-DBB67601E209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1DE4E10C-B90F-4F2D-A2B4-54CDF23BEB65}">
      <dgm:prSet phldrT="[Text]"/>
      <dgm:spPr/>
      <dgm:t>
        <a:bodyPr/>
        <a:lstStyle/>
        <a:p>
          <a:r>
            <a:rPr lang="en-SG" dirty="0"/>
            <a:t>Unix</a:t>
          </a:r>
        </a:p>
      </dgm:t>
    </dgm:pt>
    <dgm:pt modelId="{EA962995-7AFF-4AAF-BACC-E40E833637D5}" type="parTrans" cxnId="{7881A3D7-BF07-41A6-9895-773DAA4DE103}">
      <dgm:prSet/>
      <dgm:spPr/>
      <dgm:t>
        <a:bodyPr/>
        <a:lstStyle/>
        <a:p>
          <a:endParaRPr lang="en-SG"/>
        </a:p>
      </dgm:t>
    </dgm:pt>
    <dgm:pt modelId="{6CF5C988-70D0-469B-94C7-326C948CF444}" type="sibTrans" cxnId="{7881A3D7-BF07-41A6-9895-773DAA4DE103}">
      <dgm:prSet/>
      <dgm:spPr/>
      <dgm:t>
        <a:bodyPr/>
        <a:lstStyle/>
        <a:p>
          <a:endParaRPr lang="en-SG"/>
        </a:p>
      </dgm:t>
    </dgm:pt>
    <dgm:pt modelId="{87D5BADB-ED63-4B21-BBA3-03EDF71F354D}">
      <dgm:prSet phldrT="[Text]"/>
      <dgm:spPr/>
      <dgm:t>
        <a:bodyPr/>
        <a:lstStyle/>
        <a:p>
          <a:r>
            <a:rPr lang="en-SG" dirty="0"/>
            <a:t>BSD</a:t>
          </a:r>
        </a:p>
      </dgm:t>
    </dgm:pt>
    <dgm:pt modelId="{0FFC296C-F937-4805-86C9-ED0B980907C0}" type="parTrans" cxnId="{BF9758EA-F558-431B-B38B-1E5246B2F2E1}">
      <dgm:prSet/>
      <dgm:spPr/>
      <dgm:t>
        <a:bodyPr/>
        <a:lstStyle/>
        <a:p>
          <a:endParaRPr lang="en-SG"/>
        </a:p>
      </dgm:t>
    </dgm:pt>
    <dgm:pt modelId="{EB96C1A5-9EA5-463E-9168-BBE043FC15BA}" type="sibTrans" cxnId="{BF9758EA-F558-431B-B38B-1E5246B2F2E1}">
      <dgm:prSet/>
      <dgm:spPr/>
      <dgm:t>
        <a:bodyPr/>
        <a:lstStyle/>
        <a:p>
          <a:endParaRPr lang="en-SG"/>
        </a:p>
      </dgm:t>
    </dgm:pt>
    <dgm:pt modelId="{FBD45EC3-BE89-4428-8B38-789FC2345BCD}">
      <dgm:prSet phldrT="[Text]"/>
      <dgm:spPr/>
      <dgm:t>
        <a:bodyPr/>
        <a:lstStyle/>
        <a:p>
          <a:r>
            <a:rPr lang="en-SG" dirty="0"/>
            <a:t>System III to V</a:t>
          </a:r>
        </a:p>
      </dgm:t>
    </dgm:pt>
    <dgm:pt modelId="{88410E2D-E668-48F4-87FE-1BC2CA0B5E67}" type="parTrans" cxnId="{BD7EC8B4-99CE-4335-AB05-3DF8B4ECF945}">
      <dgm:prSet/>
      <dgm:spPr/>
      <dgm:t>
        <a:bodyPr/>
        <a:lstStyle/>
        <a:p>
          <a:endParaRPr lang="en-SG"/>
        </a:p>
      </dgm:t>
    </dgm:pt>
    <dgm:pt modelId="{521D9291-4CD0-4921-94B8-5E79CEB3993B}" type="sibTrans" cxnId="{BD7EC8B4-99CE-4335-AB05-3DF8B4ECF945}">
      <dgm:prSet/>
      <dgm:spPr/>
      <dgm:t>
        <a:bodyPr/>
        <a:lstStyle/>
        <a:p>
          <a:endParaRPr lang="en-SG"/>
        </a:p>
      </dgm:t>
    </dgm:pt>
    <dgm:pt modelId="{A2E60B3A-DD53-46F8-9E9A-30566B611EF2}">
      <dgm:prSet/>
      <dgm:spPr/>
      <dgm:t>
        <a:bodyPr/>
        <a:lstStyle/>
        <a:p>
          <a:r>
            <a:rPr lang="en-SG" dirty="0"/>
            <a:t>HP UX</a:t>
          </a:r>
        </a:p>
      </dgm:t>
    </dgm:pt>
    <dgm:pt modelId="{F220BF02-9660-416F-883C-40639202078D}" type="parTrans" cxnId="{E4C4E327-4F8F-49F4-B9A5-144A732EA986}">
      <dgm:prSet/>
      <dgm:spPr/>
      <dgm:t>
        <a:bodyPr/>
        <a:lstStyle/>
        <a:p>
          <a:endParaRPr lang="en-SG"/>
        </a:p>
      </dgm:t>
    </dgm:pt>
    <dgm:pt modelId="{F8B65059-52FC-4FE2-95E0-4A5DBFA7BD40}" type="sibTrans" cxnId="{E4C4E327-4F8F-49F4-B9A5-144A732EA986}">
      <dgm:prSet/>
      <dgm:spPr/>
      <dgm:t>
        <a:bodyPr/>
        <a:lstStyle/>
        <a:p>
          <a:endParaRPr lang="en-SG"/>
        </a:p>
      </dgm:t>
    </dgm:pt>
    <dgm:pt modelId="{6D291BBB-9D73-409D-9394-E1D8A18B76D9}">
      <dgm:prSet/>
      <dgm:spPr/>
      <dgm:t>
        <a:bodyPr/>
        <a:lstStyle/>
        <a:p>
          <a:r>
            <a:rPr lang="en-SG" dirty="0"/>
            <a:t>Mac OS X</a:t>
          </a:r>
        </a:p>
      </dgm:t>
    </dgm:pt>
    <dgm:pt modelId="{3B5275FF-6594-4306-90C1-0332A4FB97B1}" type="parTrans" cxnId="{B282AFA0-2DFF-4BCE-B50C-F5AD2210F1CB}">
      <dgm:prSet/>
      <dgm:spPr/>
      <dgm:t>
        <a:bodyPr/>
        <a:lstStyle/>
        <a:p>
          <a:endParaRPr lang="en-SG"/>
        </a:p>
      </dgm:t>
    </dgm:pt>
    <dgm:pt modelId="{976C54CB-88EA-45F8-9540-98D21FEDB893}" type="sibTrans" cxnId="{B282AFA0-2DFF-4BCE-B50C-F5AD2210F1CB}">
      <dgm:prSet/>
      <dgm:spPr/>
      <dgm:t>
        <a:bodyPr/>
        <a:lstStyle/>
        <a:p>
          <a:endParaRPr lang="en-SG"/>
        </a:p>
      </dgm:t>
    </dgm:pt>
    <dgm:pt modelId="{4F4F4E10-F8AD-468E-AC0F-08097EE91B4F}">
      <dgm:prSet/>
      <dgm:spPr/>
      <dgm:t>
        <a:bodyPr/>
        <a:lstStyle/>
        <a:p>
          <a:r>
            <a:rPr lang="en-SG" dirty="0"/>
            <a:t>Linux</a:t>
          </a:r>
        </a:p>
      </dgm:t>
    </dgm:pt>
    <dgm:pt modelId="{0D178DBE-DB69-4BC8-828D-B1F133DB0BF6}" type="parTrans" cxnId="{6F974A7D-820F-4641-A211-516D999D913E}">
      <dgm:prSet/>
      <dgm:spPr/>
      <dgm:t>
        <a:bodyPr/>
        <a:lstStyle/>
        <a:p>
          <a:endParaRPr lang="en-SG"/>
        </a:p>
      </dgm:t>
    </dgm:pt>
    <dgm:pt modelId="{06FBF1A6-9D31-4238-A21E-255DA07E2E21}" type="sibTrans" cxnId="{6F974A7D-820F-4641-A211-516D999D913E}">
      <dgm:prSet/>
      <dgm:spPr/>
      <dgm:t>
        <a:bodyPr/>
        <a:lstStyle/>
        <a:p>
          <a:endParaRPr lang="en-SG"/>
        </a:p>
      </dgm:t>
    </dgm:pt>
    <dgm:pt modelId="{8FDC1D04-8A06-4645-97CA-245AD1B8386F}">
      <dgm:prSet/>
      <dgm:spPr/>
      <dgm:t>
        <a:bodyPr/>
        <a:lstStyle/>
        <a:p>
          <a:r>
            <a:rPr lang="en-SG" dirty="0"/>
            <a:t>AIX (IBM)</a:t>
          </a:r>
        </a:p>
      </dgm:t>
    </dgm:pt>
    <dgm:pt modelId="{6166AEFF-8879-4A34-BAB4-DA16787EFDAD}" type="parTrans" cxnId="{6547279D-246A-4ABA-8DA7-CBFE4995A048}">
      <dgm:prSet/>
      <dgm:spPr/>
      <dgm:t>
        <a:bodyPr/>
        <a:lstStyle/>
        <a:p>
          <a:endParaRPr lang="en-SG"/>
        </a:p>
      </dgm:t>
    </dgm:pt>
    <dgm:pt modelId="{9DD3D0F4-3540-452C-B58F-99EEFA3BDDD9}" type="sibTrans" cxnId="{6547279D-246A-4ABA-8DA7-CBFE4995A048}">
      <dgm:prSet/>
      <dgm:spPr/>
      <dgm:t>
        <a:bodyPr/>
        <a:lstStyle/>
        <a:p>
          <a:endParaRPr lang="en-SG"/>
        </a:p>
      </dgm:t>
    </dgm:pt>
    <dgm:pt modelId="{1ACF7437-90DA-4163-ADF6-58ADE15A71B5}" type="pres">
      <dgm:prSet presAssocID="{49F69805-FC06-47B2-852D-DBB67601E209}" presName="Name0" presStyleCnt="0">
        <dgm:presLayoutVars>
          <dgm:chMax val="7"/>
          <dgm:chPref val="7"/>
          <dgm:dir/>
        </dgm:presLayoutVars>
      </dgm:prSet>
      <dgm:spPr/>
    </dgm:pt>
    <dgm:pt modelId="{4764BA68-77F3-408E-B0AE-3F880B83D545}" type="pres">
      <dgm:prSet presAssocID="{49F69805-FC06-47B2-852D-DBB67601E209}" presName="Name1" presStyleCnt="0"/>
      <dgm:spPr/>
    </dgm:pt>
    <dgm:pt modelId="{F374201B-1508-4F30-9CDD-A0F76FADB55F}" type="pres">
      <dgm:prSet presAssocID="{49F69805-FC06-47B2-852D-DBB67601E209}" presName="cycle" presStyleCnt="0"/>
      <dgm:spPr/>
    </dgm:pt>
    <dgm:pt modelId="{15EB61D4-E197-4F9E-90E3-DBBAE606245C}" type="pres">
      <dgm:prSet presAssocID="{49F69805-FC06-47B2-852D-DBB67601E209}" presName="srcNode" presStyleLbl="node1" presStyleIdx="0" presStyleCnt="7"/>
      <dgm:spPr/>
    </dgm:pt>
    <dgm:pt modelId="{26C43F24-3E8E-4239-8205-8FC95D75C68B}" type="pres">
      <dgm:prSet presAssocID="{49F69805-FC06-47B2-852D-DBB67601E209}" presName="conn" presStyleLbl="parChTrans1D2" presStyleIdx="0" presStyleCnt="1"/>
      <dgm:spPr/>
    </dgm:pt>
    <dgm:pt modelId="{E9021864-D5B8-4304-89C3-D56600E5D7B5}" type="pres">
      <dgm:prSet presAssocID="{49F69805-FC06-47B2-852D-DBB67601E209}" presName="extraNode" presStyleLbl="node1" presStyleIdx="0" presStyleCnt="7"/>
      <dgm:spPr/>
    </dgm:pt>
    <dgm:pt modelId="{35DC0032-CD01-49BA-AE96-44DC7C590DE9}" type="pres">
      <dgm:prSet presAssocID="{49F69805-FC06-47B2-852D-DBB67601E209}" presName="dstNode" presStyleLbl="node1" presStyleIdx="0" presStyleCnt="7"/>
      <dgm:spPr/>
    </dgm:pt>
    <dgm:pt modelId="{10E8C6DE-D887-4D78-9156-DC2C3A610276}" type="pres">
      <dgm:prSet presAssocID="{1DE4E10C-B90F-4F2D-A2B4-54CDF23BEB65}" presName="text_1" presStyleLbl="node1" presStyleIdx="0" presStyleCnt="7">
        <dgm:presLayoutVars>
          <dgm:bulletEnabled val="1"/>
        </dgm:presLayoutVars>
      </dgm:prSet>
      <dgm:spPr/>
    </dgm:pt>
    <dgm:pt modelId="{309CC3AE-E613-4CBA-888D-CFD69D11BA71}" type="pres">
      <dgm:prSet presAssocID="{1DE4E10C-B90F-4F2D-A2B4-54CDF23BEB65}" presName="accent_1" presStyleCnt="0"/>
      <dgm:spPr/>
    </dgm:pt>
    <dgm:pt modelId="{DCA07F9F-B88B-4C4E-B09D-EA50DB51F57D}" type="pres">
      <dgm:prSet presAssocID="{1DE4E10C-B90F-4F2D-A2B4-54CDF23BEB65}" presName="accentRepeatNode" presStyleLbl="solidFgAcc1" presStyleIdx="0" presStyleCnt="7"/>
      <dgm:spPr/>
    </dgm:pt>
    <dgm:pt modelId="{6468C6D2-7A0B-46DE-B5DF-7740ADF4D976}" type="pres">
      <dgm:prSet presAssocID="{FBD45EC3-BE89-4428-8B38-789FC2345BCD}" presName="text_2" presStyleLbl="node1" presStyleIdx="1" presStyleCnt="7">
        <dgm:presLayoutVars>
          <dgm:bulletEnabled val="1"/>
        </dgm:presLayoutVars>
      </dgm:prSet>
      <dgm:spPr/>
    </dgm:pt>
    <dgm:pt modelId="{ACE19AF6-5341-4A8E-9710-F0F59B65A9BD}" type="pres">
      <dgm:prSet presAssocID="{FBD45EC3-BE89-4428-8B38-789FC2345BCD}" presName="accent_2" presStyleCnt="0"/>
      <dgm:spPr/>
    </dgm:pt>
    <dgm:pt modelId="{87B0F8B8-AEC7-4655-9AA9-7C524A0091BB}" type="pres">
      <dgm:prSet presAssocID="{FBD45EC3-BE89-4428-8B38-789FC2345BCD}" presName="accentRepeatNode" presStyleLbl="solidFgAcc1" presStyleIdx="1" presStyleCnt="7"/>
      <dgm:spPr/>
    </dgm:pt>
    <dgm:pt modelId="{97FC2260-DCBA-4853-9F8C-4F17E63FFA6B}" type="pres">
      <dgm:prSet presAssocID="{A2E60B3A-DD53-46F8-9E9A-30566B611EF2}" presName="text_3" presStyleLbl="node1" presStyleIdx="2" presStyleCnt="7">
        <dgm:presLayoutVars>
          <dgm:bulletEnabled val="1"/>
        </dgm:presLayoutVars>
      </dgm:prSet>
      <dgm:spPr/>
    </dgm:pt>
    <dgm:pt modelId="{36BA5D1A-3498-418C-A3D1-F7E8A2BE3D3A}" type="pres">
      <dgm:prSet presAssocID="{A2E60B3A-DD53-46F8-9E9A-30566B611EF2}" presName="accent_3" presStyleCnt="0"/>
      <dgm:spPr/>
    </dgm:pt>
    <dgm:pt modelId="{B806D924-D8BB-4D9D-B9AC-793CC14E9A12}" type="pres">
      <dgm:prSet presAssocID="{A2E60B3A-DD53-46F8-9E9A-30566B611EF2}" presName="accentRepeatNode" presStyleLbl="solidFgAcc1" presStyleIdx="2" presStyleCnt="7"/>
      <dgm:spPr/>
    </dgm:pt>
    <dgm:pt modelId="{AB857C09-FD80-44ED-849A-DBAB08DBDF68}" type="pres">
      <dgm:prSet presAssocID="{8FDC1D04-8A06-4645-97CA-245AD1B8386F}" presName="text_4" presStyleLbl="node1" presStyleIdx="3" presStyleCnt="7">
        <dgm:presLayoutVars>
          <dgm:bulletEnabled val="1"/>
        </dgm:presLayoutVars>
      </dgm:prSet>
      <dgm:spPr/>
    </dgm:pt>
    <dgm:pt modelId="{73604FC9-BC25-4671-8EFE-79EE87D87684}" type="pres">
      <dgm:prSet presAssocID="{8FDC1D04-8A06-4645-97CA-245AD1B8386F}" presName="accent_4" presStyleCnt="0"/>
      <dgm:spPr/>
    </dgm:pt>
    <dgm:pt modelId="{9C758778-F847-497C-83DE-A8E608A0C8E5}" type="pres">
      <dgm:prSet presAssocID="{8FDC1D04-8A06-4645-97CA-245AD1B8386F}" presName="accentRepeatNode" presStyleLbl="solidFgAcc1" presStyleIdx="3" presStyleCnt="7"/>
      <dgm:spPr/>
    </dgm:pt>
    <dgm:pt modelId="{C53F24E5-A608-49F7-B384-A220E78CA7C4}" type="pres">
      <dgm:prSet presAssocID="{6D291BBB-9D73-409D-9394-E1D8A18B76D9}" presName="text_5" presStyleLbl="node1" presStyleIdx="4" presStyleCnt="7">
        <dgm:presLayoutVars>
          <dgm:bulletEnabled val="1"/>
        </dgm:presLayoutVars>
      </dgm:prSet>
      <dgm:spPr/>
    </dgm:pt>
    <dgm:pt modelId="{5C86B8C7-5268-43EA-856E-ECFA8135280F}" type="pres">
      <dgm:prSet presAssocID="{6D291BBB-9D73-409D-9394-E1D8A18B76D9}" presName="accent_5" presStyleCnt="0"/>
      <dgm:spPr/>
    </dgm:pt>
    <dgm:pt modelId="{1B238B72-24C5-4DBE-A662-38BC806D0838}" type="pres">
      <dgm:prSet presAssocID="{6D291BBB-9D73-409D-9394-E1D8A18B76D9}" presName="accentRepeatNode" presStyleLbl="solidFgAcc1" presStyleIdx="4" presStyleCnt="7"/>
      <dgm:spPr/>
    </dgm:pt>
    <dgm:pt modelId="{D8B9B78C-90EE-4885-83D9-20830DD3A577}" type="pres">
      <dgm:prSet presAssocID="{87D5BADB-ED63-4B21-BBA3-03EDF71F354D}" presName="text_6" presStyleLbl="node1" presStyleIdx="5" presStyleCnt="7">
        <dgm:presLayoutVars>
          <dgm:bulletEnabled val="1"/>
        </dgm:presLayoutVars>
      </dgm:prSet>
      <dgm:spPr/>
    </dgm:pt>
    <dgm:pt modelId="{67965580-75DF-4280-9873-A6407FD98A5E}" type="pres">
      <dgm:prSet presAssocID="{87D5BADB-ED63-4B21-BBA3-03EDF71F354D}" presName="accent_6" presStyleCnt="0"/>
      <dgm:spPr/>
    </dgm:pt>
    <dgm:pt modelId="{E11664FE-9D46-4F43-8459-CAFC6AAF62DD}" type="pres">
      <dgm:prSet presAssocID="{87D5BADB-ED63-4B21-BBA3-03EDF71F354D}" presName="accentRepeatNode" presStyleLbl="solidFgAcc1" presStyleIdx="5" presStyleCnt="7"/>
      <dgm:spPr/>
    </dgm:pt>
    <dgm:pt modelId="{449D2455-168C-464B-8EE3-1578C3A8EF39}" type="pres">
      <dgm:prSet presAssocID="{4F4F4E10-F8AD-468E-AC0F-08097EE91B4F}" presName="text_7" presStyleLbl="node1" presStyleIdx="6" presStyleCnt="7">
        <dgm:presLayoutVars>
          <dgm:bulletEnabled val="1"/>
        </dgm:presLayoutVars>
      </dgm:prSet>
      <dgm:spPr/>
    </dgm:pt>
    <dgm:pt modelId="{609DDA22-5A8B-42D7-9BC7-61853D5A17A3}" type="pres">
      <dgm:prSet presAssocID="{4F4F4E10-F8AD-468E-AC0F-08097EE91B4F}" presName="accent_7" presStyleCnt="0"/>
      <dgm:spPr/>
    </dgm:pt>
    <dgm:pt modelId="{2ABF2377-8551-402D-AA07-04D4E9EE92FA}" type="pres">
      <dgm:prSet presAssocID="{4F4F4E10-F8AD-468E-AC0F-08097EE91B4F}" presName="accentRepeatNode" presStyleLbl="solidFgAcc1" presStyleIdx="6" presStyleCnt="7"/>
      <dgm:spPr/>
    </dgm:pt>
  </dgm:ptLst>
  <dgm:cxnLst>
    <dgm:cxn modelId="{29B62017-0D3F-442B-902D-1065C7A3C577}" type="presOf" srcId="{A2E60B3A-DD53-46F8-9E9A-30566B611EF2}" destId="{97FC2260-DCBA-4853-9F8C-4F17E63FFA6B}" srcOrd="0" destOrd="0" presId="urn:microsoft.com/office/officeart/2008/layout/VerticalCurvedList"/>
    <dgm:cxn modelId="{F3963620-85FD-460B-B588-07AD5B0DFAB4}" type="presOf" srcId="{6D291BBB-9D73-409D-9394-E1D8A18B76D9}" destId="{C53F24E5-A608-49F7-B384-A220E78CA7C4}" srcOrd="0" destOrd="0" presId="urn:microsoft.com/office/officeart/2008/layout/VerticalCurvedList"/>
    <dgm:cxn modelId="{D3EDC022-DDC7-4E96-BB52-EC37B8C80518}" type="presOf" srcId="{4F4F4E10-F8AD-468E-AC0F-08097EE91B4F}" destId="{449D2455-168C-464B-8EE3-1578C3A8EF39}" srcOrd="0" destOrd="0" presId="urn:microsoft.com/office/officeart/2008/layout/VerticalCurvedList"/>
    <dgm:cxn modelId="{0F158824-CBED-46FA-8410-83393241CCC5}" type="presOf" srcId="{1DE4E10C-B90F-4F2D-A2B4-54CDF23BEB65}" destId="{10E8C6DE-D887-4D78-9156-DC2C3A610276}" srcOrd="0" destOrd="0" presId="urn:microsoft.com/office/officeart/2008/layout/VerticalCurvedList"/>
    <dgm:cxn modelId="{E4C4E327-4F8F-49F4-B9A5-144A732EA986}" srcId="{49F69805-FC06-47B2-852D-DBB67601E209}" destId="{A2E60B3A-DD53-46F8-9E9A-30566B611EF2}" srcOrd="2" destOrd="0" parTransId="{F220BF02-9660-416F-883C-40639202078D}" sibTransId="{F8B65059-52FC-4FE2-95E0-4A5DBFA7BD40}"/>
    <dgm:cxn modelId="{E3717640-9F1C-4251-9D77-EF4A977E93FA}" type="presOf" srcId="{49F69805-FC06-47B2-852D-DBB67601E209}" destId="{1ACF7437-90DA-4163-ADF6-58ADE15A71B5}" srcOrd="0" destOrd="0" presId="urn:microsoft.com/office/officeart/2008/layout/VerticalCurvedList"/>
    <dgm:cxn modelId="{74246364-F7BD-4B03-B122-E0172FF53D0A}" type="presOf" srcId="{6CF5C988-70D0-469B-94C7-326C948CF444}" destId="{26C43F24-3E8E-4239-8205-8FC95D75C68B}" srcOrd="0" destOrd="0" presId="urn:microsoft.com/office/officeart/2008/layout/VerticalCurvedList"/>
    <dgm:cxn modelId="{7935A049-BA9F-474D-AB2E-BFA778C13843}" type="presOf" srcId="{87D5BADB-ED63-4B21-BBA3-03EDF71F354D}" destId="{D8B9B78C-90EE-4885-83D9-20830DD3A577}" srcOrd="0" destOrd="0" presId="urn:microsoft.com/office/officeart/2008/layout/VerticalCurvedList"/>
    <dgm:cxn modelId="{6F974A7D-820F-4641-A211-516D999D913E}" srcId="{49F69805-FC06-47B2-852D-DBB67601E209}" destId="{4F4F4E10-F8AD-468E-AC0F-08097EE91B4F}" srcOrd="6" destOrd="0" parTransId="{0D178DBE-DB69-4BC8-828D-B1F133DB0BF6}" sibTransId="{06FBF1A6-9D31-4238-A21E-255DA07E2E21}"/>
    <dgm:cxn modelId="{6547279D-246A-4ABA-8DA7-CBFE4995A048}" srcId="{49F69805-FC06-47B2-852D-DBB67601E209}" destId="{8FDC1D04-8A06-4645-97CA-245AD1B8386F}" srcOrd="3" destOrd="0" parTransId="{6166AEFF-8879-4A34-BAB4-DA16787EFDAD}" sibTransId="{9DD3D0F4-3540-452C-B58F-99EEFA3BDDD9}"/>
    <dgm:cxn modelId="{B282AFA0-2DFF-4BCE-B50C-F5AD2210F1CB}" srcId="{49F69805-FC06-47B2-852D-DBB67601E209}" destId="{6D291BBB-9D73-409D-9394-E1D8A18B76D9}" srcOrd="4" destOrd="0" parTransId="{3B5275FF-6594-4306-90C1-0332A4FB97B1}" sibTransId="{976C54CB-88EA-45F8-9540-98D21FEDB893}"/>
    <dgm:cxn modelId="{6B99D4AD-F6B8-4713-AC11-D4818B1F4FC2}" type="presOf" srcId="{FBD45EC3-BE89-4428-8B38-789FC2345BCD}" destId="{6468C6D2-7A0B-46DE-B5DF-7740ADF4D976}" srcOrd="0" destOrd="0" presId="urn:microsoft.com/office/officeart/2008/layout/VerticalCurvedList"/>
    <dgm:cxn modelId="{BD7EC8B4-99CE-4335-AB05-3DF8B4ECF945}" srcId="{49F69805-FC06-47B2-852D-DBB67601E209}" destId="{FBD45EC3-BE89-4428-8B38-789FC2345BCD}" srcOrd="1" destOrd="0" parTransId="{88410E2D-E668-48F4-87FE-1BC2CA0B5E67}" sibTransId="{521D9291-4CD0-4921-94B8-5E79CEB3993B}"/>
    <dgm:cxn modelId="{88ECEFBA-3DBF-41E0-8E52-323CA9D4E029}" type="presOf" srcId="{8FDC1D04-8A06-4645-97CA-245AD1B8386F}" destId="{AB857C09-FD80-44ED-849A-DBAB08DBDF68}" srcOrd="0" destOrd="0" presId="urn:microsoft.com/office/officeart/2008/layout/VerticalCurvedList"/>
    <dgm:cxn modelId="{7881A3D7-BF07-41A6-9895-773DAA4DE103}" srcId="{49F69805-FC06-47B2-852D-DBB67601E209}" destId="{1DE4E10C-B90F-4F2D-A2B4-54CDF23BEB65}" srcOrd="0" destOrd="0" parTransId="{EA962995-7AFF-4AAF-BACC-E40E833637D5}" sibTransId="{6CF5C988-70D0-469B-94C7-326C948CF444}"/>
    <dgm:cxn modelId="{BF9758EA-F558-431B-B38B-1E5246B2F2E1}" srcId="{49F69805-FC06-47B2-852D-DBB67601E209}" destId="{87D5BADB-ED63-4B21-BBA3-03EDF71F354D}" srcOrd="5" destOrd="0" parTransId="{0FFC296C-F937-4805-86C9-ED0B980907C0}" sibTransId="{EB96C1A5-9EA5-463E-9168-BBE043FC15BA}"/>
    <dgm:cxn modelId="{F9661C56-60E3-4488-A136-EBB1A78EF7B5}" type="presParOf" srcId="{1ACF7437-90DA-4163-ADF6-58ADE15A71B5}" destId="{4764BA68-77F3-408E-B0AE-3F880B83D545}" srcOrd="0" destOrd="0" presId="urn:microsoft.com/office/officeart/2008/layout/VerticalCurvedList"/>
    <dgm:cxn modelId="{66BFD0CF-312F-4F64-ACC2-6CC676CBF4A3}" type="presParOf" srcId="{4764BA68-77F3-408E-B0AE-3F880B83D545}" destId="{F374201B-1508-4F30-9CDD-A0F76FADB55F}" srcOrd="0" destOrd="0" presId="urn:microsoft.com/office/officeart/2008/layout/VerticalCurvedList"/>
    <dgm:cxn modelId="{F2408E78-7325-44B8-9ECF-593B94D819DB}" type="presParOf" srcId="{F374201B-1508-4F30-9CDD-A0F76FADB55F}" destId="{15EB61D4-E197-4F9E-90E3-DBBAE606245C}" srcOrd="0" destOrd="0" presId="urn:microsoft.com/office/officeart/2008/layout/VerticalCurvedList"/>
    <dgm:cxn modelId="{4F0700D1-6599-4994-815F-9F81D3511512}" type="presParOf" srcId="{F374201B-1508-4F30-9CDD-A0F76FADB55F}" destId="{26C43F24-3E8E-4239-8205-8FC95D75C68B}" srcOrd="1" destOrd="0" presId="urn:microsoft.com/office/officeart/2008/layout/VerticalCurvedList"/>
    <dgm:cxn modelId="{D88F541C-123E-45F5-8ECC-BAA91CA54343}" type="presParOf" srcId="{F374201B-1508-4F30-9CDD-A0F76FADB55F}" destId="{E9021864-D5B8-4304-89C3-D56600E5D7B5}" srcOrd="2" destOrd="0" presId="urn:microsoft.com/office/officeart/2008/layout/VerticalCurvedList"/>
    <dgm:cxn modelId="{0FB2BB78-AEB4-487F-8E93-EEDDC256C4D3}" type="presParOf" srcId="{F374201B-1508-4F30-9CDD-A0F76FADB55F}" destId="{35DC0032-CD01-49BA-AE96-44DC7C590DE9}" srcOrd="3" destOrd="0" presId="urn:microsoft.com/office/officeart/2008/layout/VerticalCurvedList"/>
    <dgm:cxn modelId="{DB79F23D-7325-4BCB-BCB1-BB6E4C743BAD}" type="presParOf" srcId="{4764BA68-77F3-408E-B0AE-3F880B83D545}" destId="{10E8C6DE-D887-4D78-9156-DC2C3A610276}" srcOrd="1" destOrd="0" presId="urn:microsoft.com/office/officeart/2008/layout/VerticalCurvedList"/>
    <dgm:cxn modelId="{B14A2144-475E-4533-BDEF-235680B65CA2}" type="presParOf" srcId="{4764BA68-77F3-408E-B0AE-3F880B83D545}" destId="{309CC3AE-E613-4CBA-888D-CFD69D11BA71}" srcOrd="2" destOrd="0" presId="urn:microsoft.com/office/officeart/2008/layout/VerticalCurvedList"/>
    <dgm:cxn modelId="{877CDE83-377D-409E-85A3-D87C1ED575CC}" type="presParOf" srcId="{309CC3AE-E613-4CBA-888D-CFD69D11BA71}" destId="{DCA07F9F-B88B-4C4E-B09D-EA50DB51F57D}" srcOrd="0" destOrd="0" presId="urn:microsoft.com/office/officeart/2008/layout/VerticalCurvedList"/>
    <dgm:cxn modelId="{8B9D79C2-907B-4E6E-BB87-9A7C604EA6EF}" type="presParOf" srcId="{4764BA68-77F3-408E-B0AE-3F880B83D545}" destId="{6468C6D2-7A0B-46DE-B5DF-7740ADF4D976}" srcOrd="3" destOrd="0" presId="urn:microsoft.com/office/officeart/2008/layout/VerticalCurvedList"/>
    <dgm:cxn modelId="{B1493296-7534-4359-BEB4-42F9C7516AD7}" type="presParOf" srcId="{4764BA68-77F3-408E-B0AE-3F880B83D545}" destId="{ACE19AF6-5341-4A8E-9710-F0F59B65A9BD}" srcOrd="4" destOrd="0" presId="urn:microsoft.com/office/officeart/2008/layout/VerticalCurvedList"/>
    <dgm:cxn modelId="{D88DCAC4-A1FB-4B3E-B6CB-3663A6137D57}" type="presParOf" srcId="{ACE19AF6-5341-4A8E-9710-F0F59B65A9BD}" destId="{87B0F8B8-AEC7-4655-9AA9-7C524A0091BB}" srcOrd="0" destOrd="0" presId="urn:microsoft.com/office/officeart/2008/layout/VerticalCurvedList"/>
    <dgm:cxn modelId="{EEFCCDB4-F92A-446F-BF7F-463B6E61D946}" type="presParOf" srcId="{4764BA68-77F3-408E-B0AE-3F880B83D545}" destId="{97FC2260-DCBA-4853-9F8C-4F17E63FFA6B}" srcOrd="5" destOrd="0" presId="urn:microsoft.com/office/officeart/2008/layout/VerticalCurvedList"/>
    <dgm:cxn modelId="{AAC303F8-2A6C-4ADD-90EC-B49791FB4852}" type="presParOf" srcId="{4764BA68-77F3-408E-B0AE-3F880B83D545}" destId="{36BA5D1A-3498-418C-A3D1-F7E8A2BE3D3A}" srcOrd="6" destOrd="0" presId="urn:microsoft.com/office/officeart/2008/layout/VerticalCurvedList"/>
    <dgm:cxn modelId="{0CE30219-D4DC-4FD2-8152-440B7A1DF338}" type="presParOf" srcId="{36BA5D1A-3498-418C-A3D1-F7E8A2BE3D3A}" destId="{B806D924-D8BB-4D9D-B9AC-793CC14E9A12}" srcOrd="0" destOrd="0" presId="urn:microsoft.com/office/officeart/2008/layout/VerticalCurvedList"/>
    <dgm:cxn modelId="{2234DF1A-9469-4388-8B67-671275944868}" type="presParOf" srcId="{4764BA68-77F3-408E-B0AE-3F880B83D545}" destId="{AB857C09-FD80-44ED-849A-DBAB08DBDF68}" srcOrd="7" destOrd="0" presId="urn:microsoft.com/office/officeart/2008/layout/VerticalCurvedList"/>
    <dgm:cxn modelId="{E877F0EE-4980-40C0-B3A4-32CBD24F8429}" type="presParOf" srcId="{4764BA68-77F3-408E-B0AE-3F880B83D545}" destId="{73604FC9-BC25-4671-8EFE-79EE87D87684}" srcOrd="8" destOrd="0" presId="urn:microsoft.com/office/officeart/2008/layout/VerticalCurvedList"/>
    <dgm:cxn modelId="{1B0F113E-3477-4F9B-9131-009277EA5491}" type="presParOf" srcId="{73604FC9-BC25-4671-8EFE-79EE87D87684}" destId="{9C758778-F847-497C-83DE-A8E608A0C8E5}" srcOrd="0" destOrd="0" presId="urn:microsoft.com/office/officeart/2008/layout/VerticalCurvedList"/>
    <dgm:cxn modelId="{AEE6ED5A-9BE2-465C-A726-63394E2BB812}" type="presParOf" srcId="{4764BA68-77F3-408E-B0AE-3F880B83D545}" destId="{C53F24E5-A608-49F7-B384-A220E78CA7C4}" srcOrd="9" destOrd="0" presId="urn:microsoft.com/office/officeart/2008/layout/VerticalCurvedList"/>
    <dgm:cxn modelId="{6D0301BD-2734-4BC9-913D-4C3C45D1562D}" type="presParOf" srcId="{4764BA68-77F3-408E-B0AE-3F880B83D545}" destId="{5C86B8C7-5268-43EA-856E-ECFA8135280F}" srcOrd="10" destOrd="0" presId="urn:microsoft.com/office/officeart/2008/layout/VerticalCurvedList"/>
    <dgm:cxn modelId="{DE099999-4585-4699-A231-C822E5EAE366}" type="presParOf" srcId="{5C86B8C7-5268-43EA-856E-ECFA8135280F}" destId="{1B238B72-24C5-4DBE-A662-38BC806D0838}" srcOrd="0" destOrd="0" presId="urn:microsoft.com/office/officeart/2008/layout/VerticalCurvedList"/>
    <dgm:cxn modelId="{C48A4768-380A-42E0-BB0A-83EEF6E65E5B}" type="presParOf" srcId="{4764BA68-77F3-408E-B0AE-3F880B83D545}" destId="{D8B9B78C-90EE-4885-83D9-20830DD3A577}" srcOrd="11" destOrd="0" presId="urn:microsoft.com/office/officeart/2008/layout/VerticalCurvedList"/>
    <dgm:cxn modelId="{F948E8A6-C3D7-4589-B152-5CD35F3A6018}" type="presParOf" srcId="{4764BA68-77F3-408E-B0AE-3F880B83D545}" destId="{67965580-75DF-4280-9873-A6407FD98A5E}" srcOrd="12" destOrd="0" presId="urn:microsoft.com/office/officeart/2008/layout/VerticalCurvedList"/>
    <dgm:cxn modelId="{D131268B-C3A9-4B94-BEE3-BA65D8C0485A}" type="presParOf" srcId="{67965580-75DF-4280-9873-A6407FD98A5E}" destId="{E11664FE-9D46-4F43-8459-CAFC6AAF62DD}" srcOrd="0" destOrd="0" presId="urn:microsoft.com/office/officeart/2008/layout/VerticalCurvedList"/>
    <dgm:cxn modelId="{0F1F6595-BC8E-4BA2-862E-A1F0F00804D0}" type="presParOf" srcId="{4764BA68-77F3-408E-B0AE-3F880B83D545}" destId="{449D2455-168C-464B-8EE3-1578C3A8EF39}" srcOrd="13" destOrd="0" presId="urn:microsoft.com/office/officeart/2008/layout/VerticalCurvedList"/>
    <dgm:cxn modelId="{1FA39094-0990-477E-93CA-DB678D0BC093}" type="presParOf" srcId="{4764BA68-77F3-408E-B0AE-3F880B83D545}" destId="{609DDA22-5A8B-42D7-9BC7-61853D5A17A3}" srcOrd="14" destOrd="0" presId="urn:microsoft.com/office/officeart/2008/layout/VerticalCurvedList"/>
    <dgm:cxn modelId="{50CD5419-351D-419E-9EFE-E7254DC6F6F7}" type="presParOf" srcId="{609DDA22-5A8B-42D7-9BC7-61853D5A17A3}" destId="{2ABF2377-8551-402D-AA07-04D4E9EE92F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43F24-3E8E-4239-8205-8FC95D75C68B}">
      <dsp:nvSpPr>
        <dsp:cNvPr id="0" name=""/>
        <dsp:cNvSpPr/>
      </dsp:nvSpPr>
      <dsp:spPr>
        <a:xfrm>
          <a:off x="-5396304" y="-451660"/>
          <a:ext cx="6428668" cy="6428668"/>
        </a:xfrm>
        <a:prstGeom prst="blockArc">
          <a:avLst>
            <a:gd name="adj1" fmla="val 18900000"/>
            <a:gd name="adj2" fmla="val 2700000"/>
            <a:gd name="adj3" fmla="val 336"/>
          </a:avLst>
        </a:prstGeom>
        <a:noFill/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E8C6DE-D887-4D78-9156-DC2C3A610276}">
      <dsp:nvSpPr>
        <dsp:cNvPr id="0" name=""/>
        <dsp:cNvSpPr/>
      </dsp:nvSpPr>
      <dsp:spPr>
        <a:xfrm>
          <a:off x="334980" y="592154"/>
          <a:ext cx="3421430" cy="4339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64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 dirty="0"/>
            <a:t>Unix</a:t>
          </a:r>
        </a:p>
      </dsp:txBody>
      <dsp:txXfrm>
        <a:off x="334980" y="592154"/>
        <a:ext cx="3421430" cy="433970"/>
      </dsp:txXfrm>
    </dsp:sp>
    <dsp:sp modelId="{DCA07F9F-B88B-4C4E-B09D-EA50DB51F57D}">
      <dsp:nvSpPr>
        <dsp:cNvPr id="0" name=""/>
        <dsp:cNvSpPr/>
      </dsp:nvSpPr>
      <dsp:spPr>
        <a:xfrm>
          <a:off x="63748" y="537907"/>
          <a:ext cx="542462" cy="5424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68C6D2-7A0B-46DE-B5DF-7740ADF4D976}">
      <dsp:nvSpPr>
        <dsp:cNvPr id="0" name=""/>
        <dsp:cNvSpPr/>
      </dsp:nvSpPr>
      <dsp:spPr>
        <a:xfrm>
          <a:off x="727979" y="1243491"/>
          <a:ext cx="3028431" cy="43397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64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 dirty="0"/>
            <a:t>System III to V</a:t>
          </a:r>
        </a:p>
      </dsp:txBody>
      <dsp:txXfrm>
        <a:off x="727979" y="1243491"/>
        <a:ext cx="3028431" cy="433970"/>
      </dsp:txXfrm>
    </dsp:sp>
    <dsp:sp modelId="{87B0F8B8-AEC7-4655-9AA9-7C524A0091BB}">
      <dsp:nvSpPr>
        <dsp:cNvPr id="0" name=""/>
        <dsp:cNvSpPr/>
      </dsp:nvSpPr>
      <dsp:spPr>
        <a:xfrm>
          <a:off x="456747" y="1189245"/>
          <a:ext cx="542462" cy="5424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C2260-DCBA-4853-9F8C-4F17E63FFA6B}">
      <dsp:nvSpPr>
        <dsp:cNvPr id="0" name=""/>
        <dsp:cNvSpPr/>
      </dsp:nvSpPr>
      <dsp:spPr>
        <a:xfrm>
          <a:off x="943340" y="1894351"/>
          <a:ext cx="2813070" cy="43397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64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 dirty="0"/>
            <a:t>HP UX</a:t>
          </a:r>
        </a:p>
      </dsp:txBody>
      <dsp:txXfrm>
        <a:off x="943340" y="1894351"/>
        <a:ext cx="2813070" cy="433970"/>
      </dsp:txXfrm>
    </dsp:sp>
    <dsp:sp modelId="{B806D924-D8BB-4D9D-B9AC-793CC14E9A12}">
      <dsp:nvSpPr>
        <dsp:cNvPr id="0" name=""/>
        <dsp:cNvSpPr/>
      </dsp:nvSpPr>
      <dsp:spPr>
        <a:xfrm>
          <a:off x="672109" y="1840104"/>
          <a:ext cx="542462" cy="5424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57C09-FD80-44ED-849A-DBAB08DBDF68}">
      <dsp:nvSpPr>
        <dsp:cNvPr id="0" name=""/>
        <dsp:cNvSpPr/>
      </dsp:nvSpPr>
      <dsp:spPr>
        <a:xfrm>
          <a:off x="1012103" y="2545688"/>
          <a:ext cx="2744307" cy="43397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64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 dirty="0"/>
            <a:t>AIX (IBM)</a:t>
          </a:r>
        </a:p>
      </dsp:txBody>
      <dsp:txXfrm>
        <a:off x="1012103" y="2545688"/>
        <a:ext cx="2744307" cy="433970"/>
      </dsp:txXfrm>
    </dsp:sp>
    <dsp:sp modelId="{9C758778-F847-497C-83DE-A8E608A0C8E5}">
      <dsp:nvSpPr>
        <dsp:cNvPr id="0" name=""/>
        <dsp:cNvSpPr/>
      </dsp:nvSpPr>
      <dsp:spPr>
        <a:xfrm>
          <a:off x="740872" y="2491442"/>
          <a:ext cx="542462" cy="5424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F24E5-A608-49F7-B384-A220E78CA7C4}">
      <dsp:nvSpPr>
        <dsp:cNvPr id="0" name=""/>
        <dsp:cNvSpPr/>
      </dsp:nvSpPr>
      <dsp:spPr>
        <a:xfrm>
          <a:off x="943340" y="3197025"/>
          <a:ext cx="2813070" cy="43397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64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 dirty="0"/>
            <a:t>Mac OS X</a:t>
          </a:r>
        </a:p>
      </dsp:txBody>
      <dsp:txXfrm>
        <a:off x="943340" y="3197025"/>
        <a:ext cx="2813070" cy="433970"/>
      </dsp:txXfrm>
    </dsp:sp>
    <dsp:sp modelId="{1B238B72-24C5-4DBE-A662-38BC806D0838}">
      <dsp:nvSpPr>
        <dsp:cNvPr id="0" name=""/>
        <dsp:cNvSpPr/>
      </dsp:nvSpPr>
      <dsp:spPr>
        <a:xfrm>
          <a:off x="672109" y="3142779"/>
          <a:ext cx="542462" cy="5424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B9B78C-90EE-4885-83D9-20830DD3A577}">
      <dsp:nvSpPr>
        <dsp:cNvPr id="0" name=""/>
        <dsp:cNvSpPr/>
      </dsp:nvSpPr>
      <dsp:spPr>
        <a:xfrm>
          <a:off x="727979" y="3847885"/>
          <a:ext cx="3028431" cy="4339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64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 dirty="0"/>
            <a:t>BSD</a:t>
          </a:r>
        </a:p>
      </dsp:txBody>
      <dsp:txXfrm>
        <a:off x="727979" y="3847885"/>
        <a:ext cx="3028431" cy="433970"/>
      </dsp:txXfrm>
    </dsp:sp>
    <dsp:sp modelId="{E11664FE-9D46-4F43-8459-CAFC6AAF62DD}">
      <dsp:nvSpPr>
        <dsp:cNvPr id="0" name=""/>
        <dsp:cNvSpPr/>
      </dsp:nvSpPr>
      <dsp:spPr>
        <a:xfrm>
          <a:off x="456747" y="3793639"/>
          <a:ext cx="542462" cy="5424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D2455-168C-464B-8EE3-1578C3A8EF39}">
      <dsp:nvSpPr>
        <dsp:cNvPr id="0" name=""/>
        <dsp:cNvSpPr/>
      </dsp:nvSpPr>
      <dsp:spPr>
        <a:xfrm>
          <a:off x="334980" y="4499222"/>
          <a:ext cx="3421430" cy="43397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4464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300" kern="1200" dirty="0"/>
            <a:t>Linux</a:t>
          </a:r>
        </a:p>
      </dsp:txBody>
      <dsp:txXfrm>
        <a:off x="334980" y="4499222"/>
        <a:ext cx="3421430" cy="433970"/>
      </dsp:txXfrm>
    </dsp:sp>
    <dsp:sp modelId="{2ABF2377-8551-402D-AA07-04D4E9EE92FA}">
      <dsp:nvSpPr>
        <dsp:cNvPr id="0" name=""/>
        <dsp:cNvSpPr/>
      </dsp:nvSpPr>
      <dsp:spPr>
        <a:xfrm>
          <a:off x="63748" y="4444976"/>
          <a:ext cx="542462" cy="5424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Trebuchet MS"/>
              </a:rPr>
              <a:t>Click to move the slide</a:t>
            </a: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2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288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289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90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E9B8FA1-F6C8-44F0-9ED1-48C42934433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Open sources and Linux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https://youtu.be/aoag03mSuXQ?si=miyDdApRynMMJ_fN&amp;t=348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https://www.youtube.com/watch?v=g4iKwWtVkw4</a:t>
            </a:r>
          </a:p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D63353-8F3A-4855-9350-CF7B3BFD2C17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Fasten your seatbelt, Sit back and Relax</a:t>
            </a:r>
          </a:p>
        </p:txBody>
      </p:sp>
      <p:sp>
        <p:nvSpPr>
          <p:cNvPr id="36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0881B7-962D-47EE-A341-B69618CF0FB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https://distrowatch.com/dwres.php?resource=family-tree</a:t>
            </a:r>
          </a:p>
        </p:txBody>
      </p:sp>
      <p:sp>
        <p:nvSpPr>
          <p:cNvPr id="36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DACB2B-4956-48F5-8E70-84A6B49D2A0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https://distrowatch.com/dwres.php?resource=family-tree</a:t>
            </a:r>
          </a:p>
        </p:txBody>
      </p:sp>
      <p:sp>
        <p:nvSpPr>
          <p:cNvPr id="37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B6B9D6C-3CC2-483B-B180-7C874159E14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https://www.youtube.com/shorts/ImtoYNt8lFw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https://distrowatch.com/dwres.php?resource=family-tree</a:t>
            </a:r>
          </a:p>
        </p:txBody>
      </p:sp>
      <p:sp>
        <p:nvSpPr>
          <p:cNvPr id="37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3CCFA6-B025-4C3C-ABC9-233A75CF4D5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536F7EA-3885-4D25-902C-BC8986D94B4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DD5F908-B02D-4BE5-A72E-69F479558E7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170D4EF-21FF-4E11-A76A-AD368D342F2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F376275-0133-4C9F-98FF-23CF17528F3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AB0C3E95-F2C3-4E90-8766-403CCF4BA3D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06E64DA4-E63E-4309-9787-FA497128016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FDC5BD2-8CA9-4D69-88DD-A9247FF110F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32126D5C-D5B0-46A9-BDAE-E5AC021FE0E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AB53CA85-AD3A-4B02-BA4B-BC901AABB0A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B7EFC4ED-55DB-4BAE-A06A-A94E6C18C68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A6C0D20B-2249-4157-A1D4-50600063B98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7526EE27-60A6-43C5-B459-46AFF9393C1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lstStyle/>
          <a:p>
            <a:fld id="{1B27DE72-0597-4ABD-8FD9-EAE7C6CEEE9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8C997D31-280A-4FA9-BECD-BB9D4DCCEC9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A90182C4-325E-4051-B5A6-6E3D7BC0882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4A6EEDBF-D48D-458F-9639-E95909E775F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" name="Group 6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2" name="Straight Connector 3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Isosceles Triangle 2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Isosceles Triangle 3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54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5151AD-6243-4211-BCED-7B07901FE706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3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BBCAB0-CC76-46A4-91BE-6C6F8EC0E878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4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Click to edit Master text styles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1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F84A2E-5D16-4E21-A3BC-A6B42F433EC1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TextBox 19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lang="en-US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21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8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6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6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</p:txBody>
      </p:sp>
      <p:sp>
        <p:nvSpPr>
          <p:cNvPr id="77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9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1AC769-78B3-4AFF-9633-5E31FA8A5779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8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8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Click to edit Master text styles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ACBA96-1B1D-47B5-A769-AA987B9BB8C9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lang="en-US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strike="noStrike" spc="-1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8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44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accent1"/>
                </a:solidFill>
                <a:latin typeface="Trebuchet MS"/>
              </a:rPr>
              <a:t>Click to edit Master text styles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Click to edit Master text styles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5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40A6F5-4EF7-4D50-BCE1-9BE97F2A3600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</a:p>
        </p:txBody>
      </p:sp>
      <p:sp>
        <p:nvSpPr>
          <p:cNvPr id="129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31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4258BD-4C10-4398-8E68-3417F111AA0E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3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3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</a:p>
        </p:txBody>
      </p:sp>
      <p:sp>
        <p:nvSpPr>
          <p:cNvPr id="145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47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BC88A3-6A02-4A45-AA49-8A71D8719664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4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5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</a:p>
        </p:txBody>
      </p:sp>
      <p:sp>
        <p:nvSpPr>
          <p:cNvPr id="161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3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3D89CB-74BB-48B4-9CC7-E204EE54E975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Click to edit Master text styles</a:t>
            </a:r>
            <a:endParaRPr lang="en-US" sz="20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81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1B8A76-1C1E-4290-AD7A-4307328D8971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8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8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8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</a:p>
        </p:txBody>
      </p:sp>
      <p:sp>
        <p:nvSpPr>
          <p:cNvPr id="196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98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7CFCE0-5D1F-49F9-B568-C1F48F22E147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0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0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</p:txBody>
      </p:sp>
      <p:sp>
        <p:nvSpPr>
          <p:cNvPr id="21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</a:p>
        </p:txBody>
      </p:sp>
      <p:sp>
        <p:nvSpPr>
          <p:cNvPr id="218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20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046AB1-3FBF-4A4F-B144-FA8086E89A19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2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2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2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35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CC0664-5C41-4A18-81B6-A1B5ED817FD3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3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4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8" name="PlaceHolder 1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50" name="PlaceHolder 3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EF72DB-AD6D-40B3-B442-B63B606AAC2B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</p:txBody>
      </p:sp>
      <p:sp>
        <p:nvSpPr>
          <p:cNvPr id="265" name="PlaceHolder 4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67" name="PlaceHolder 6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D163B5-C1D2-4863-8F91-3B2F7385291D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6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w="9525" cap="rnd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7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w="9525" cap="rnd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7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400" b="0" strike="noStrike" spc="-1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lang="en-US" sz="24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strike="noStrike" spc="-1">
                <a:solidFill>
                  <a:schemeClr val="dk1"/>
                </a:solidFill>
                <a:latin typeface="Trebuchet MS"/>
              </a:rPr>
              <a:t>Click icon to add picture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</a:p>
        </p:txBody>
      </p:sp>
      <p:sp>
        <p:nvSpPr>
          <p:cNvPr id="282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84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strike="noStrike" spc="-1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3CE39F-87E8-4039-ACC4-C4111F47535F}" type="slidenum">
              <a:rPr lang="en-US" sz="900" b="0" strike="noStrike" spc="-1">
                <a:solidFill>
                  <a:schemeClr val="accent1"/>
                </a:solidFill>
                <a:latin typeface="Trebuchet MS"/>
              </a:rPr>
              <a:t>‹#›</a:t>
            </a:fld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aoag03mSuXQ?start=348&amp;feature=oembed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ImtoYNt8lFw?feature=oembed" TargetMode="Externa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file:///G:\Cathy\UbuntuFlavors%20-%20Ubuntu%20Wiki.html" TargetMode="Externa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en-SG" sz="13800" b="0" strike="noStrike" spc="-1">
                <a:solidFill>
                  <a:schemeClr val="accent1"/>
                </a:solidFill>
                <a:latin typeface="Trebuchet MS"/>
              </a:rPr>
              <a:t>Linux</a:t>
            </a:r>
            <a:endParaRPr lang="en-US" sz="138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subTitle"/>
          </p:nvPr>
        </p:nvSpPr>
        <p:spPr>
          <a:xfrm>
            <a:off x="1506960" y="4050720"/>
            <a:ext cx="7766640" cy="109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10000"/>
          </a:bodyPr>
          <a:lstStyle/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SG" sz="4000" b="0" strike="noStrike" spc="-1" dirty="0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Intro Session</a:t>
            </a:r>
            <a:r>
              <a:rPr lang="en-SG" sz="1800" b="0" strike="noStrike" spc="-1" dirty="0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 </a:t>
            </a:r>
            <a:r>
              <a:rPr lang="en-SG" sz="6600" b="0" strike="noStrike" spc="-1" dirty="0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1</a:t>
            </a:r>
            <a:endParaRPr lang="en-US" sz="6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3"/>
          <p:cNvSpPr/>
          <p:nvPr/>
        </p:nvSpPr>
        <p:spPr>
          <a:xfrm>
            <a:off x="9533880" y="6386400"/>
            <a:ext cx="21268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 dirty="0">
                <a:solidFill>
                  <a:schemeClr val="dk1"/>
                </a:solidFill>
                <a:latin typeface="Trebuchet MS"/>
              </a:rPr>
              <a:t>Updated: </a:t>
            </a:r>
            <a:r>
              <a:rPr lang="en-US" sz="1400" spc="-1" dirty="0">
                <a:solidFill>
                  <a:schemeClr val="dk1"/>
                </a:solidFill>
                <a:latin typeface="Trebuchet MS"/>
              </a:rPr>
              <a:t>7</a:t>
            </a:r>
            <a:r>
              <a:rPr lang="en-US" sz="1400" b="0" strike="noStrike" spc="-1" dirty="0">
                <a:solidFill>
                  <a:schemeClr val="dk1"/>
                </a:solidFill>
                <a:latin typeface="Trebuchet MS"/>
              </a:rPr>
              <a:t> Aug 2026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Picture 2" descr="Tux (mascot) - Wikipedia"/>
          <p:cNvPicPr/>
          <p:nvPr/>
        </p:nvPicPr>
        <p:blipFill>
          <a:blip r:embed="rId2"/>
          <a:stretch/>
        </p:blipFill>
        <p:spPr>
          <a:xfrm>
            <a:off x="802800" y="1154520"/>
            <a:ext cx="3937320" cy="4663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84360" y="372600"/>
            <a:ext cx="8534160" cy="150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6600" b="0" strike="noStrike" spc="-1">
                <a:solidFill>
                  <a:schemeClr val="accent1"/>
                </a:solidFill>
                <a:latin typeface="Trebuchet MS"/>
              </a:rPr>
              <a:t>Agenda</a:t>
            </a:r>
            <a:endParaRPr lang="en-US" sz="6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2057400" y="1600200"/>
            <a:ext cx="6858000" cy="457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3672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strike="noStrike" spc="-1" dirty="0">
                <a:solidFill>
                  <a:srgbClr val="1F2328"/>
                </a:solidFill>
                <a:latin typeface="Mona Sans VF"/>
              </a:rPr>
              <a:t>What is Linux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672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672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strike="noStrike" spc="-1" dirty="0">
                <a:solidFill>
                  <a:srgbClr val="1F2328"/>
                </a:solidFill>
                <a:latin typeface="Mona Sans VF"/>
              </a:rPr>
              <a:t>Why is Linux </a:t>
            </a:r>
            <a:r>
              <a:rPr lang="en-US" sz="1800" b="1" strike="sngStrike" spc="-1" dirty="0">
                <a:solidFill>
                  <a:srgbClr val="1F2328"/>
                </a:solidFill>
                <a:latin typeface="Mona Sans VF"/>
              </a:rPr>
              <a:t>difficult</a:t>
            </a:r>
            <a:r>
              <a:rPr lang="en-US" sz="1800" b="1" strike="noStrike" spc="-1" dirty="0">
                <a:solidFill>
                  <a:srgbClr val="1F2328"/>
                </a:solidFill>
                <a:latin typeface="Mona Sans VF"/>
              </a:rPr>
              <a:t> easy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672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672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strike="noStrike" spc="-1" dirty="0">
                <a:solidFill>
                  <a:srgbClr val="1F2328"/>
                </a:solidFill>
                <a:latin typeface="Mona Sans VF"/>
              </a:rPr>
              <a:t>Distro Family Tree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6720" defTabSz="457200"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672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strike="noStrike" spc="-1" dirty="0">
                <a:solidFill>
                  <a:srgbClr val="1F2328"/>
                </a:solidFill>
                <a:latin typeface="Mona Sans VF"/>
              </a:rPr>
              <a:t>Stretch goals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6720" lvl="1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1F2328"/>
                </a:solidFill>
                <a:latin typeface="Mona Sans VF"/>
              </a:rPr>
              <a:t>Brave Browser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6720" lvl="1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1F2328"/>
                </a:solidFill>
                <a:latin typeface="Mona Sans VF"/>
              </a:rPr>
              <a:t>Watch full video link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6720" lvl="1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 dirty="0">
                <a:solidFill>
                  <a:srgbClr val="1F2328"/>
                </a:solidFill>
                <a:latin typeface="Mona Sans VF"/>
              </a:rPr>
              <a:t>What other reasons to change to Linux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chemeClr val="accent1"/>
                </a:solidFill>
                <a:latin typeface="Trebuchet MS"/>
              </a:rPr>
              <a:t>What is Linux?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pic>
        <p:nvPicPr>
          <p:cNvPr id="2" name="Online Media 1" title="The Internet Was Weeks Away From Disaster And No One Knew">
            <a:hlinkClick r:id="" action="ppaction://media"/>
            <a:extLst>
              <a:ext uri="{FF2B5EF4-FFF2-40B4-BE49-F238E27FC236}">
                <a16:creationId xmlns:a16="http://schemas.microsoft.com/office/drawing/2014/main" id="{8E568312-5555-C745-0B27-FF99FBFD5C2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091567" y="1276350"/>
            <a:ext cx="9256563" cy="52299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11" restart="whenNotActive" fill="hold" nodeType="interactiveSeq">
                <p:stCondLst>
                  <p:cond evt="onClick" delay="0">
                    <p:tgtEl>
                      <p:spTgt spid="298"/>
                    </p:tgtEl>
                  </p:cond>
                </p:stCondLst>
                <p:childTnLst>
                  <p:par>
                    <p:cTn id="12" fill="hold">
                      <p:stCondLst>
                        <p:cond evt="onClick" delay="0">
                          <p:tgtEl>
                            <p:spTgt spid="298"/>
                          </p:tgtEl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77160" y="217800"/>
            <a:ext cx="9077400" cy="65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Why People think Linux is Easy &amp; Difficult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592920" y="1123200"/>
            <a:ext cx="9830520" cy="520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8611" lnSpcReduction="20000"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32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What makes it easy also makes it difficult.</a:t>
            </a:r>
            <a:endParaRPr lang="en-US" sz="32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lang="en-US" sz="28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Too many choices</a:t>
            </a:r>
            <a:endParaRPr lang="en-US" sz="28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What Distribution to use? (Distributions or Distros)</a:t>
            </a:r>
            <a:endParaRPr lang="en-US" sz="24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Installation type – Network installer, </a:t>
            </a:r>
            <a:r>
              <a:rPr lang="en-SG" sz="24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LiveCD</a:t>
            </a:r>
            <a: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, </a:t>
            </a:r>
            <a:r>
              <a:rPr lang="en-SG" sz="24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LiveUSD</a:t>
            </a:r>
            <a: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, </a:t>
            </a:r>
            <a:b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</a:br>
            <a:r>
              <a:rPr lang="en-SG" sz="24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DualBoot</a:t>
            </a:r>
            <a: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, Embedded, Virtual Machine, Container</a:t>
            </a:r>
            <a:endParaRPr lang="en-US" sz="24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Flavours – e.g. Ubuntu; Desktop, Server, Cloud, etc.</a:t>
            </a:r>
            <a:endParaRPr lang="en-US" sz="24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lang="en-US" sz="28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8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Size : </a:t>
            </a:r>
            <a:endParaRPr lang="en-US" sz="28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11MB - Tiny Core Linux – Runs entirely in RAM</a:t>
            </a:r>
            <a:endParaRPr lang="en-US" sz="24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16 GB RAM, 50GB min storage – Garuda distro for gaming and multimedia. </a:t>
            </a:r>
            <a:endParaRPr lang="en-US" sz="24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CachyOS</a:t>
            </a:r>
            <a:r>
              <a:rPr lang="en-SG" sz="2400" b="0" strike="noStrike" spc="-1" dirty="0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distro for high performance use such as AI, ML processing</a:t>
            </a:r>
            <a:endParaRPr lang="en-US" sz="2400" b="0" strike="noStrike" spc="-1" dirty="0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77160" y="217800"/>
            <a:ext cx="9077400" cy="65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Let’s make Linux easy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717120" y="1346040"/>
            <a:ext cx="9830520" cy="498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Expect to type some mysterious spells. </a:t>
            </a:r>
            <a:br>
              <a:rPr sz="2400"/>
            </a:b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It’s OK to not fully understand.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Expect to Google for solutions.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It is OK to fail.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This course is structured to streamline this learning process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To get you started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Made all the complicated decisions for you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Limit the way too many choices to one or two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20280" y="349200"/>
            <a:ext cx="8596440" cy="72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Introduction to Linux Distros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pic>
        <p:nvPicPr>
          <p:cNvPr id="304" name="Content Placeholder 3" descr="G:\Cathy\Linux+distribution.PNG"/>
          <p:cNvPicPr/>
          <p:nvPr/>
        </p:nvPicPr>
        <p:blipFill>
          <a:blip r:embed="rId3"/>
          <a:stretch/>
        </p:blipFill>
        <p:spPr>
          <a:xfrm>
            <a:off x="1119600" y="1792440"/>
            <a:ext cx="8700480" cy="4468320"/>
          </a:xfrm>
          <a:prstGeom prst="rect">
            <a:avLst/>
          </a:prstGeom>
          <a:ln w="0">
            <a:noFill/>
          </a:ln>
        </p:spPr>
      </p:pic>
      <p:sp>
        <p:nvSpPr>
          <p:cNvPr id="305" name="TextBox 4"/>
          <p:cNvSpPr/>
          <p:nvPr/>
        </p:nvSpPr>
        <p:spPr>
          <a:xfrm>
            <a:off x="659520" y="1156320"/>
            <a:ext cx="551988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SG" sz="2400" b="0" strike="noStrike" spc="-1">
                <a:solidFill>
                  <a:schemeClr val="dk1"/>
                </a:solidFill>
                <a:latin typeface="Trebuchet MS"/>
              </a:rPr>
              <a:t>Welcome to the messy world of Linux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77160" y="345240"/>
            <a:ext cx="8596440" cy="72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Introduction to Linux Distros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600840" y="964080"/>
            <a:ext cx="26593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SG" sz="2400" b="0" strike="noStrike" spc="-1">
                <a:solidFill>
                  <a:schemeClr val="dk1"/>
                </a:solidFill>
                <a:latin typeface="Trebuchet MS"/>
              </a:rPr>
              <a:t>Linux Family Tree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Picture 2"/>
          <p:cNvPicPr/>
          <p:nvPr/>
        </p:nvPicPr>
        <p:blipFill>
          <a:blip r:embed="rId3"/>
          <a:stretch/>
        </p:blipFill>
        <p:spPr>
          <a:xfrm>
            <a:off x="9291960" y="491040"/>
            <a:ext cx="2865600" cy="6857640"/>
          </a:xfrm>
          <a:prstGeom prst="rect">
            <a:avLst/>
          </a:prstGeom>
          <a:ln w="0">
            <a:noFill/>
          </a:ln>
        </p:spPr>
      </p:pic>
      <p:grpSp>
        <p:nvGrpSpPr>
          <p:cNvPr id="309" name="Group 3"/>
          <p:cNvGrpSpPr/>
          <p:nvPr/>
        </p:nvGrpSpPr>
        <p:grpSpPr>
          <a:xfrm>
            <a:off x="329040" y="1689840"/>
            <a:ext cx="8686440" cy="4092480"/>
            <a:chOff x="329040" y="1689840"/>
            <a:chExt cx="8686440" cy="4092480"/>
          </a:xfrm>
        </p:grpSpPr>
        <p:grpSp>
          <p:nvGrpSpPr>
            <p:cNvPr id="310" name="Diagram 2"/>
            <p:cNvGrpSpPr/>
            <p:nvPr/>
          </p:nvGrpSpPr>
          <p:grpSpPr>
            <a:xfrm>
              <a:off x="329040" y="1689840"/>
              <a:ext cx="8686440" cy="4092480"/>
              <a:chOff x="329040" y="1689840"/>
              <a:chExt cx="8686440" cy="4092480"/>
            </a:xfrm>
          </p:grpSpPr>
          <p:sp>
            <p:nvSpPr>
              <p:cNvPr id="311" name="Rectangle 310"/>
              <p:cNvSpPr/>
              <p:nvPr/>
            </p:nvSpPr>
            <p:spPr>
              <a:xfrm>
                <a:off x="329040" y="1689840"/>
                <a:ext cx="8686440" cy="4092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2" name="Rectangle: Rounded Corners 311"/>
              <p:cNvSpPr/>
              <p:nvPr/>
            </p:nvSpPr>
            <p:spPr>
              <a:xfrm>
                <a:off x="1118880" y="168984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Slackware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3" name="Freeform: Shape 312"/>
              <p:cNvSpPr/>
              <p:nvPr/>
            </p:nvSpPr>
            <p:spPr>
              <a:xfrm rot="1200">
                <a:off x="2235600" y="1956960"/>
                <a:ext cx="18774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1877712" h="24565">
                    <a:moveTo>
                      <a:pt x="0" y="12282"/>
                    </a:moveTo>
                    <a:lnTo>
                      <a:pt x="1877712" y="12282"/>
                    </a:lnTo>
                  </a:path>
                </a:pathLst>
              </a:custGeom>
              <a:noFill/>
              <a:ln cap="rnd">
                <a:solidFill>
                  <a:srgbClr val="2C3C43">
                    <a:shade val="6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600" tIns="0" rIns="12600" bIns="0" numCol="1" spcCol="1440" anchor="ctr">
                <a:noAutofit/>
              </a:bodyPr>
              <a:lstStyle/>
              <a:p>
                <a:pPr algn="ctr" defTabSz="311040">
                  <a:lnSpc>
                    <a:spcPct val="90000"/>
                  </a:lnSpc>
                  <a:spcAft>
                    <a:spcPts val="244"/>
                  </a:spcAft>
                  <a:tabLst>
                    <a:tab pos="0" algn="l"/>
                  </a:tabLst>
                </a:pPr>
                <a:endParaRPr lang="en-US" sz="700" b="0" strike="noStrike" spc="-1">
                  <a:solidFill>
                    <a:schemeClr val="dk2"/>
                  </a:solidFill>
                  <a:latin typeface="Trebuchet MS"/>
                </a:endParaRPr>
              </a:p>
            </p:txBody>
          </p:sp>
          <p:sp>
            <p:nvSpPr>
              <p:cNvPr id="314" name="Rectangle: Rounded Corners 313"/>
              <p:cNvSpPr/>
              <p:nvPr/>
            </p:nvSpPr>
            <p:spPr>
              <a:xfrm>
                <a:off x="4113720" y="169056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Zenwalk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5" name="Rectangle: Rounded Corners 314"/>
              <p:cNvSpPr/>
              <p:nvPr/>
            </p:nvSpPr>
            <p:spPr>
              <a:xfrm>
                <a:off x="1118880" y="297468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Debian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6" name="Freeform: Shape 315"/>
              <p:cNvSpPr/>
              <p:nvPr/>
            </p:nvSpPr>
            <p:spPr>
              <a:xfrm rot="21018600">
                <a:off x="2222280" y="3081240"/>
                <a:ext cx="19044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1904869" h="24565">
                    <a:moveTo>
                      <a:pt x="0" y="12282"/>
                    </a:moveTo>
                    <a:lnTo>
                      <a:pt x="1904869" y="12282"/>
                    </a:lnTo>
                  </a:path>
                </a:pathLst>
              </a:custGeom>
              <a:noFill/>
              <a:ln cap="rnd">
                <a:solidFill>
                  <a:srgbClr val="2C3C43">
                    <a:shade val="6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600" tIns="0" rIns="12600" bIns="0" numCol="1" spcCol="1440" anchor="ctr">
                <a:noAutofit/>
              </a:bodyPr>
              <a:lstStyle/>
              <a:p>
                <a:pPr algn="ctr" defTabSz="311040">
                  <a:lnSpc>
                    <a:spcPct val="90000"/>
                  </a:lnSpc>
                  <a:spcAft>
                    <a:spcPts val="244"/>
                  </a:spcAft>
                  <a:tabLst>
                    <a:tab pos="0" algn="l"/>
                  </a:tabLst>
                </a:pPr>
                <a:endParaRPr lang="en-US" sz="700" b="0" strike="noStrike" spc="-1">
                  <a:solidFill>
                    <a:schemeClr val="dk2"/>
                  </a:solidFill>
                  <a:latin typeface="Trebuchet MS"/>
                </a:endParaRPr>
              </a:p>
            </p:txBody>
          </p:sp>
          <p:sp>
            <p:nvSpPr>
              <p:cNvPr id="317" name="Rectangle: Rounded Corners 316"/>
              <p:cNvSpPr/>
              <p:nvPr/>
            </p:nvSpPr>
            <p:spPr>
              <a:xfrm>
                <a:off x="4113720" y="265428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Ubuntu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8" name="Freeform: Shape 317"/>
              <p:cNvSpPr/>
              <p:nvPr/>
            </p:nvSpPr>
            <p:spPr>
              <a:xfrm rot="21124200">
                <a:off x="5220360" y="2775240"/>
                <a:ext cx="211356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113816" h="24565">
                    <a:moveTo>
                      <a:pt x="0" y="12282"/>
                    </a:moveTo>
                    <a:lnTo>
                      <a:pt x="2113816" y="12282"/>
                    </a:lnTo>
                  </a:path>
                </a:pathLst>
              </a:custGeom>
              <a:noFill/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600" tIns="0" rIns="12600" bIns="0" numCol="1" spcCol="1440" anchor="ctr">
                <a:noAutofit/>
              </a:bodyPr>
              <a:lstStyle/>
              <a:p>
                <a:pPr algn="ctr" defTabSz="311040">
                  <a:lnSpc>
                    <a:spcPct val="90000"/>
                  </a:lnSpc>
                  <a:spcAft>
                    <a:spcPts val="244"/>
                  </a:spcAft>
                  <a:tabLst>
                    <a:tab pos="0" algn="l"/>
                  </a:tabLst>
                </a:pPr>
                <a:endParaRPr lang="en-US" sz="700" b="0" strike="noStrike" spc="-1">
                  <a:solidFill>
                    <a:schemeClr val="dk2"/>
                  </a:solidFill>
                  <a:latin typeface="Trebuchet MS"/>
                </a:endParaRPr>
              </a:p>
            </p:txBody>
          </p:sp>
          <p:sp>
            <p:nvSpPr>
              <p:cNvPr id="319" name="Rectangle: Rounded Corners 318"/>
              <p:cNvSpPr/>
              <p:nvPr/>
            </p:nvSpPr>
            <p:spPr>
              <a:xfrm>
                <a:off x="7324560" y="236268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1" strike="noStrike" spc="-1">
                    <a:solidFill>
                      <a:schemeClr val="dk2"/>
                    </a:solidFill>
                    <a:latin typeface="Trebuchet MS"/>
                  </a:rPr>
                  <a:t>Mint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0" name="Freeform: Shape 319"/>
              <p:cNvSpPr/>
              <p:nvPr/>
            </p:nvSpPr>
            <p:spPr>
              <a:xfrm rot="570600">
                <a:off x="5216040" y="3096360"/>
                <a:ext cx="212256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122801" h="24565">
                    <a:moveTo>
                      <a:pt x="0" y="12282"/>
                    </a:moveTo>
                    <a:lnTo>
                      <a:pt x="2122801" y="12282"/>
                    </a:lnTo>
                  </a:path>
                </a:pathLst>
              </a:custGeom>
              <a:noFill/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600" tIns="0" rIns="12600" bIns="0" numCol="1" spcCol="1440" anchor="ctr">
                <a:noAutofit/>
              </a:bodyPr>
              <a:lstStyle/>
              <a:p>
                <a:pPr algn="ctr" defTabSz="355680">
                  <a:lnSpc>
                    <a:spcPct val="90000"/>
                  </a:lnSpc>
                  <a:spcAft>
                    <a:spcPts val="281"/>
                  </a:spcAft>
                  <a:tabLst>
                    <a:tab pos="0" algn="l"/>
                  </a:tabLst>
                </a:pPr>
                <a:endParaRPr lang="en-US" sz="800" b="0" strike="noStrike" spc="-1">
                  <a:solidFill>
                    <a:schemeClr val="dk2"/>
                  </a:solidFill>
                  <a:latin typeface="Trebuchet MS"/>
                </a:endParaRPr>
              </a:p>
            </p:txBody>
          </p:sp>
          <p:sp>
            <p:nvSpPr>
              <p:cNvPr id="321" name="Rectangle: Rounded Corners 320"/>
              <p:cNvSpPr/>
              <p:nvPr/>
            </p:nvSpPr>
            <p:spPr>
              <a:xfrm>
                <a:off x="7324560" y="300492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ZorinOS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2" name="Freeform: Shape 321"/>
              <p:cNvSpPr/>
              <p:nvPr/>
            </p:nvSpPr>
            <p:spPr>
              <a:xfrm rot="583800">
                <a:off x="2222280" y="3402360"/>
                <a:ext cx="190476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1905091" h="24565">
                    <a:moveTo>
                      <a:pt x="0" y="12282"/>
                    </a:moveTo>
                    <a:lnTo>
                      <a:pt x="1905091" y="12282"/>
                    </a:lnTo>
                  </a:path>
                </a:pathLst>
              </a:custGeom>
              <a:noFill/>
              <a:ln cap="rnd">
                <a:solidFill>
                  <a:srgbClr val="2C3C43">
                    <a:shade val="6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600" tIns="0" rIns="12600" bIns="0" numCol="1" spcCol="1440" anchor="ctr">
                <a:noAutofit/>
              </a:bodyPr>
              <a:lstStyle/>
              <a:p>
                <a:pPr algn="ctr" defTabSz="311040">
                  <a:lnSpc>
                    <a:spcPct val="90000"/>
                  </a:lnSpc>
                  <a:spcAft>
                    <a:spcPts val="244"/>
                  </a:spcAft>
                  <a:tabLst>
                    <a:tab pos="0" algn="l"/>
                  </a:tabLst>
                </a:pPr>
                <a:endParaRPr lang="en-US" sz="700" b="0" strike="noStrike" spc="-1">
                  <a:solidFill>
                    <a:schemeClr val="dk2"/>
                  </a:solidFill>
                  <a:latin typeface="Trebuchet MS"/>
                </a:endParaRPr>
              </a:p>
            </p:txBody>
          </p:sp>
          <p:sp>
            <p:nvSpPr>
              <p:cNvPr id="323" name="Rectangle: Rounded Corners 322"/>
              <p:cNvSpPr/>
              <p:nvPr/>
            </p:nvSpPr>
            <p:spPr>
              <a:xfrm>
                <a:off x="4113720" y="329652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Raspbian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4" name="Rectangle: Rounded Corners 323"/>
              <p:cNvSpPr/>
              <p:nvPr/>
            </p:nvSpPr>
            <p:spPr>
              <a:xfrm>
                <a:off x="1118880" y="458064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RedHat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5" name="Freeform: Shape 324"/>
              <p:cNvSpPr/>
              <p:nvPr/>
            </p:nvSpPr>
            <p:spPr>
              <a:xfrm rot="20467800">
                <a:off x="2182320" y="4526640"/>
                <a:ext cx="198396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1984326" h="24565">
                    <a:moveTo>
                      <a:pt x="0" y="12282"/>
                    </a:moveTo>
                    <a:lnTo>
                      <a:pt x="1984326" y="12282"/>
                    </a:lnTo>
                  </a:path>
                </a:pathLst>
              </a:custGeom>
              <a:noFill/>
              <a:ln cap="rnd">
                <a:solidFill>
                  <a:srgbClr val="2C3C43">
                    <a:shade val="6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600" tIns="0" rIns="12600" bIns="0" numCol="1" spcCol="1440" anchor="ctr">
                <a:noAutofit/>
              </a:bodyPr>
              <a:lstStyle/>
              <a:p>
                <a:pPr algn="ctr" defTabSz="311040">
                  <a:lnSpc>
                    <a:spcPct val="90000"/>
                  </a:lnSpc>
                  <a:spcAft>
                    <a:spcPts val="244"/>
                  </a:spcAft>
                  <a:tabLst>
                    <a:tab pos="0" algn="l"/>
                  </a:tabLst>
                </a:pPr>
                <a:endParaRPr lang="en-US" sz="700" b="0" strike="noStrike" spc="-1">
                  <a:solidFill>
                    <a:schemeClr val="dk2"/>
                  </a:solidFill>
                  <a:latin typeface="Trebuchet MS"/>
                </a:endParaRPr>
              </a:p>
            </p:txBody>
          </p:sp>
          <p:sp>
            <p:nvSpPr>
              <p:cNvPr id="326" name="Rectangle: Rounded Corners 325"/>
              <p:cNvSpPr/>
              <p:nvPr/>
            </p:nvSpPr>
            <p:spPr>
              <a:xfrm>
                <a:off x="4113720" y="393876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Fedora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7" name="Freeform: Shape 326"/>
              <p:cNvSpPr/>
              <p:nvPr/>
            </p:nvSpPr>
            <p:spPr>
              <a:xfrm rot="1200">
                <a:off x="2235600" y="4847400"/>
                <a:ext cx="18774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1877712" h="24565">
                    <a:moveTo>
                      <a:pt x="0" y="12282"/>
                    </a:moveTo>
                    <a:lnTo>
                      <a:pt x="1877712" y="12282"/>
                    </a:lnTo>
                  </a:path>
                </a:pathLst>
              </a:custGeom>
              <a:noFill/>
              <a:ln cap="rnd">
                <a:solidFill>
                  <a:srgbClr val="2C3C43">
                    <a:shade val="6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600" tIns="0" rIns="12600" bIns="0" numCol="1" spcCol="1440" anchor="ctr">
                <a:noAutofit/>
              </a:bodyPr>
              <a:lstStyle/>
              <a:p>
                <a:pPr algn="ctr" defTabSz="311040">
                  <a:lnSpc>
                    <a:spcPct val="90000"/>
                  </a:lnSpc>
                  <a:spcAft>
                    <a:spcPts val="244"/>
                  </a:spcAft>
                  <a:tabLst>
                    <a:tab pos="0" algn="l"/>
                  </a:tabLst>
                </a:pPr>
                <a:endParaRPr lang="en-US" sz="700" b="0" strike="noStrike" spc="-1">
                  <a:solidFill>
                    <a:schemeClr val="dk2"/>
                  </a:solidFill>
                  <a:latin typeface="Trebuchet MS"/>
                </a:endParaRPr>
              </a:p>
            </p:txBody>
          </p:sp>
          <p:sp>
            <p:nvSpPr>
              <p:cNvPr id="328" name="Rectangle: Rounded Corners 327"/>
              <p:cNvSpPr/>
              <p:nvPr/>
            </p:nvSpPr>
            <p:spPr>
              <a:xfrm>
                <a:off x="4113720" y="458136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CentOS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9" name="Freeform: Shape 328"/>
              <p:cNvSpPr/>
              <p:nvPr/>
            </p:nvSpPr>
            <p:spPr>
              <a:xfrm rot="1134000">
                <a:off x="2182320" y="5168520"/>
                <a:ext cx="198432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1984753" h="24565">
                    <a:moveTo>
                      <a:pt x="0" y="12282"/>
                    </a:moveTo>
                    <a:lnTo>
                      <a:pt x="1984753" y="12282"/>
                    </a:lnTo>
                  </a:path>
                </a:pathLst>
              </a:custGeom>
              <a:noFill/>
              <a:ln cap="rnd">
                <a:solidFill>
                  <a:srgbClr val="2C3C43">
                    <a:shade val="6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600" tIns="0" rIns="12600" bIns="0" numCol="1" spcCol="1440" anchor="ctr">
                <a:noAutofit/>
              </a:bodyPr>
              <a:lstStyle/>
              <a:p>
                <a:pPr algn="ctr" defTabSz="311040">
                  <a:lnSpc>
                    <a:spcPct val="90000"/>
                  </a:lnSpc>
                  <a:spcAft>
                    <a:spcPts val="244"/>
                  </a:spcAft>
                  <a:tabLst>
                    <a:tab pos="0" algn="l"/>
                  </a:tabLst>
                </a:pPr>
                <a:endParaRPr lang="en-US" sz="700" b="0" strike="noStrike" spc="-1">
                  <a:solidFill>
                    <a:schemeClr val="dk2"/>
                  </a:solidFill>
                  <a:latin typeface="Trebuchet MS"/>
                </a:endParaRPr>
              </a:p>
            </p:txBody>
          </p:sp>
          <p:sp>
            <p:nvSpPr>
              <p:cNvPr id="330" name="Rectangle: Rounded Corners 329"/>
              <p:cNvSpPr/>
              <p:nvPr/>
            </p:nvSpPr>
            <p:spPr>
              <a:xfrm>
                <a:off x="4113720" y="5223600"/>
                <a:ext cx="1116720" cy="558360"/>
              </a:xfrm>
              <a:prstGeom prst="roundRect">
                <a:avLst>
                  <a:gd name="adj" fmla="val 10000"/>
                </a:avLst>
              </a:prstGeom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ln cap="rnd">
                <a:solidFill>
                  <a:srgbClr val="2C3C43">
                    <a:shade val="80000"/>
                    <a:hueOff val="0"/>
                    <a:satOff val="0"/>
                    <a:lumOff val="0"/>
                    <a:alphaOff val="0"/>
                  </a:srgbClr>
                </a:solidFill>
                <a:round/>
              </a:ln>
            </p:spPr>
            <p:style>
              <a:lnRef idx="2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1520" tIns="11520" rIns="11520" bIns="11520" numCol="1" spcCol="1440" anchor="ctr">
                <a:noAutofit/>
              </a:bodyPr>
              <a:lstStyle/>
              <a:p>
                <a:pPr algn="ctr" defTabSz="800280">
                  <a:lnSpc>
                    <a:spcPct val="90000"/>
                  </a:lnSpc>
                  <a:spcAft>
                    <a:spcPts val="629"/>
                  </a:spcAft>
                  <a:tabLst>
                    <a:tab pos="0" algn="l"/>
                  </a:tabLst>
                </a:pPr>
                <a:r>
                  <a:rPr lang="en-US" sz="1800" b="0" strike="noStrike" spc="-1">
                    <a:solidFill>
                      <a:schemeClr val="dk2"/>
                    </a:solidFill>
                    <a:latin typeface="Trebuchet MS"/>
                  </a:rPr>
                  <a:t>Oracle</a:t>
                </a:r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pic>
          <p:nvPicPr>
            <p:cNvPr id="331" name="Picture 4" descr="Raspberry Pi - Wikipedia"/>
            <p:cNvPicPr/>
            <p:nvPr/>
          </p:nvPicPr>
          <p:blipFill>
            <a:blip r:embed="rId4"/>
            <a:stretch/>
          </p:blipFill>
          <p:spPr>
            <a:xfrm>
              <a:off x="5274000" y="3355200"/>
              <a:ext cx="306360" cy="390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32" name="Picture 6" descr="Debian Logo - Debian Logo Svg - Free ..."/>
            <p:cNvPicPr/>
            <p:nvPr/>
          </p:nvPicPr>
          <p:blipFill>
            <a:blip r:embed="rId5"/>
            <a:stretch/>
          </p:blipFill>
          <p:spPr>
            <a:xfrm>
              <a:off x="807120" y="3083760"/>
              <a:ext cx="274680" cy="344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33" name="Picture 8"/>
            <p:cNvPicPr/>
            <p:nvPr/>
          </p:nvPicPr>
          <p:blipFill>
            <a:blip r:embed="rId6"/>
            <a:stretch/>
          </p:blipFill>
          <p:spPr>
            <a:xfrm>
              <a:off x="5265360" y="2437200"/>
              <a:ext cx="388440" cy="388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34" name="Picture 10" descr="File:Linux Mint logo without wordmark ..."/>
            <p:cNvPicPr/>
            <p:nvPr/>
          </p:nvPicPr>
          <p:blipFill>
            <a:blip r:embed="rId7"/>
            <a:stretch/>
          </p:blipFill>
          <p:spPr>
            <a:xfrm>
              <a:off x="8464680" y="2451240"/>
              <a:ext cx="438840" cy="4388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35" name="Picture 12" descr="Redhat logo - free Icon PNG, SVG"/>
            <p:cNvPicPr/>
            <p:nvPr/>
          </p:nvPicPr>
          <p:blipFill>
            <a:blip r:embed="rId8"/>
            <a:stretch/>
          </p:blipFill>
          <p:spPr>
            <a:xfrm>
              <a:off x="671400" y="4699080"/>
              <a:ext cx="410760" cy="410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36" name="Picture 14"/>
            <p:cNvPicPr/>
            <p:nvPr/>
          </p:nvPicPr>
          <p:blipFill>
            <a:blip r:embed="rId9"/>
            <a:stretch/>
          </p:blipFill>
          <p:spPr>
            <a:xfrm>
              <a:off x="5322600" y="4131720"/>
              <a:ext cx="258120" cy="252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37" name="Picture 16"/>
            <p:cNvPicPr/>
            <p:nvPr/>
          </p:nvPicPr>
          <p:blipFill>
            <a:blip r:embed="rId10"/>
            <a:stretch/>
          </p:blipFill>
          <p:spPr>
            <a:xfrm>
              <a:off x="657000" y="1800000"/>
              <a:ext cx="399600" cy="39096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338" name="Picture 12" descr="Redhat logo - free Icon PNG, SVG"/>
          <p:cNvPicPr/>
          <p:nvPr/>
        </p:nvPicPr>
        <p:blipFill>
          <a:blip r:embed="rId8"/>
          <a:stretch/>
        </p:blipFill>
        <p:spPr>
          <a:xfrm>
            <a:off x="9231480" y="5110200"/>
            <a:ext cx="410760" cy="410760"/>
          </a:xfrm>
          <a:prstGeom prst="rect">
            <a:avLst/>
          </a:prstGeom>
          <a:ln w="0">
            <a:noFill/>
          </a:ln>
        </p:spPr>
      </p:pic>
      <p:pic>
        <p:nvPicPr>
          <p:cNvPr id="339" name="Picture 6" descr="Debian Logo - Debian Logo Svg - Free ..."/>
          <p:cNvPicPr/>
          <p:nvPr/>
        </p:nvPicPr>
        <p:blipFill>
          <a:blip r:embed="rId5"/>
          <a:stretch/>
        </p:blipFill>
        <p:spPr>
          <a:xfrm>
            <a:off x="9416160" y="1344600"/>
            <a:ext cx="274680" cy="344880"/>
          </a:xfrm>
          <a:prstGeom prst="rect">
            <a:avLst/>
          </a:prstGeom>
          <a:ln w="0">
            <a:noFill/>
          </a:ln>
        </p:spPr>
      </p:pic>
      <p:pic>
        <p:nvPicPr>
          <p:cNvPr id="340" name="Picture 16"/>
          <p:cNvPicPr/>
          <p:nvPr/>
        </p:nvPicPr>
        <p:blipFill>
          <a:blip r:embed="rId10"/>
          <a:stretch/>
        </p:blipFill>
        <p:spPr>
          <a:xfrm>
            <a:off x="9074160" y="722160"/>
            <a:ext cx="399600" cy="390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677160" y="345240"/>
            <a:ext cx="8596440" cy="72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Introduction to Linux Distros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42" name="TextBox 4"/>
          <p:cNvSpPr/>
          <p:nvPr/>
        </p:nvSpPr>
        <p:spPr>
          <a:xfrm>
            <a:off x="584640" y="964080"/>
            <a:ext cx="27795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SG" sz="2400" b="0" strike="noStrike" spc="-1">
                <a:solidFill>
                  <a:schemeClr val="dk1"/>
                </a:solidFill>
                <a:latin typeface="Trebuchet MS"/>
              </a:rPr>
              <a:t>Popularity contest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3" name="Picture 4"/>
          <p:cNvPicPr/>
          <p:nvPr/>
        </p:nvPicPr>
        <p:blipFill>
          <a:blip r:embed="rId3"/>
          <a:srcRect l="6863" t="5813" r="7553" b="7286"/>
          <a:stretch/>
        </p:blipFill>
        <p:spPr>
          <a:xfrm>
            <a:off x="1313280" y="1681920"/>
            <a:ext cx="7022520" cy="4753440"/>
          </a:xfrm>
          <a:prstGeom prst="rect">
            <a:avLst/>
          </a:prstGeom>
          <a:ln w="0">
            <a:noFill/>
          </a:ln>
        </p:spPr>
      </p:pic>
      <p:grpSp>
        <p:nvGrpSpPr>
          <p:cNvPr id="344" name="Group 11"/>
          <p:cNvGrpSpPr/>
          <p:nvPr/>
        </p:nvGrpSpPr>
        <p:grpSpPr>
          <a:xfrm>
            <a:off x="6246720" y="1549800"/>
            <a:ext cx="4308480" cy="1915200"/>
            <a:chOff x="6246720" y="1549800"/>
            <a:chExt cx="4308480" cy="1915200"/>
          </a:xfrm>
        </p:grpSpPr>
        <p:sp>
          <p:nvSpPr>
            <p:cNvPr id="345" name="Picture 8"/>
            <p:cNvSpPr/>
            <p:nvPr/>
          </p:nvSpPr>
          <p:spPr>
            <a:xfrm>
              <a:off x="8697960" y="1549800"/>
              <a:ext cx="1857240" cy="1780920"/>
            </a:xfrm>
            <a:prstGeom prst="ellipse">
              <a:avLst/>
            </a:prstGeom>
            <a:blipFill rotWithShape="0">
              <a:blip r:embed="rId4"/>
              <a:srcRect/>
              <a:stretch/>
            </a:blipFill>
            <a:ln w="63500" cap="rnd">
              <a:solidFill>
                <a:srgbClr val="333333"/>
              </a:solidFill>
              <a:round/>
            </a:ln>
            <a:effectLst>
              <a:outerShdw blurRad="380880" dist="29196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6" name="Straight Arrow Connector 10"/>
            <p:cNvCxnSpPr>
              <a:stCxn id="345" idx="2"/>
            </p:cNvCxnSpPr>
            <p:nvPr/>
          </p:nvCxnSpPr>
          <p:spPr>
            <a:xfrm flipH="1">
              <a:off x="6246720" y="2440440"/>
              <a:ext cx="2451600" cy="1024920"/>
            </a:xfrm>
            <a:prstGeom prst="straightConnector1">
              <a:avLst/>
            </a:prstGeom>
            <a:ln w="76200" cap="rnd">
              <a:solidFill>
                <a:srgbClr val="90C226"/>
              </a:solidFill>
              <a:round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677160" y="345240"/>
            <a:ext cx="5020255" cy="72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 dirty="0">
                <a:solidFill>
                  <a:schemeClr val="accent1"/>
                </a:solidFill>
                <a:latin typeface="Trebuchet MS"/>
              </a:rPr>
              <a:t>What does your Linux distro say about you?</a:t>
            </a:r>
            <a:endParaRPr lang="en-US" sz="3600" b="0" strike="noStrike" spc="-1" dirty="0">
              <a:solidFill>
                <a:schemeClr val="dk1"/>
              </a:solidFill>
              <a:latin typeface="Trebuchet MS"/>
            </a:endParaRPr>
          </a:p>
        </p:txBody>
      </p:sp>
      <p:pic>
        <p:nvPicPr>
          <p:cNvPr id="2" name="Online Media 1" title="What Your Linux Distro Says About You">
            <a:hlinkClick r:id="" action="ppaction://media"/>
            <a:extLst>
              <a:ext uri="{FF2B5EF4-FFF2-40B4-BE49-F238E27FC236}">
                <a16:creationId xmlns:a16="http://schemas.microsoft.com/office/drawing/2014/main" id="{10CCD5F7-C369-F774-B8A2-B20D7F2373E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765399" y="-5024"/>
            <a:ext cx="3875087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>
              <p:cTn id="11" restart="whenNotActive" fill="hold" nodeType="interactiveSeq">
                <p:stCondLst>
                  <p:cond evt="onClick" delay="0">
                    <p:tgtEl>
                      <p:spTgt spid="348"/>
                    </p:tgtEl>
                  </p:cond>
                </p:stCondLst>
                <p:childTnLst>
                  <p:par>
                    <p:cTn id="12" fill="hold">
                      <p:stCondLst>
                        <p:cond evt="onClick" delay="0">
                          <p:tgtEl>
                            <p:spTgt spid="348"/>
                          </p:tgtEl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3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What is in GNU\Linux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GNU\Linux is an operating system (OS). 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OS is the software on a computer that enables applications (programs) to access the devices on the computer to do things. 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OS sends instructions from an application to, for example, the computer's processor. The processor performs the job, then sends the results back to the application via the operating system.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Linux is very similar to other operating systems, such as Windows and OS X.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What is in GNU\Linux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pic>
        <p:nvPicPr>
          <p:cNvPr id="352" name="Content Placeholder 5"/>
          <p:cNvPicPr/>
          <p:nvPr/>
        </p:nvPicPr>
        <p:blipFill>
          <a:blip r:embed="rId2"/>
          <a:stretch/>
        </p:blipFill>
        <p:spPr>
          <a:xfrm>
            <a:off x="1912680" y="1819080"/>
            <a:ext cx="6880680" cy="4865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Is Linux difficult?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677160" y="1585080"/>
            <a:ext cx="8999640" cy="445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Yes and no. Depends on the person being asked.</a:t>
            </a:r>
            <a:endParaRPr lang="en-US" sz="20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0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Easy</a:t>
            </a:r>
            <a:endParaRPr lang="en-US" sz="20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Linux is stable and reliable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Linux is an ideal operating system for power-users and programmers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Been and is being developed by power-users and programmers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Everything a good programmer can wish for is available: compilers, libraries, development and debugging tools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Highly customisable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System of choice for old and exotic hardware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Linux the only operating system in the world that covers a wide range of hardware.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433440" y="198000"/>
            <a:ext cx="8596440" cy="108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2800" b="0" strike="noStrike" spc="-1">
                <a:solidFill>
                  <a:schemeClr val="dk1"/>
                </a:solidFill>
                <a:latin typeface="Trebuchet MS"/>
              </a:rPr>
              <a:t>Linux follows the POSIX standard. Full UNIX clone. Easy to switching between UNIX and Linux</a:t>
            </a:r>
            <a:endParaRPr lang="en-US" sz="2800" b="0" strike="noStrike" spc="-1">
              <a:solidFill>
                <a:schemeClr val="dk1"/>
              </a:solidFill>
              <a:latin typeface="Trebuchet MS"/>
            </a:endParaRPr>
          </a:p>
        </p:txBody>
      </p:sp>
      <p:pic>
        <p:nvPicPr>
          <p:cNvPr id="356" name="Content Placeholder 5"/>
          <p:cNvPicPr/>
          <p:nvPr/>
        </p:nvPicPr>
        <p:blipFill>
          <a:blip r:embed="rId2"/>
          <a:stretch/>
        </p:blipFill>
        <p:spPr>
          <a:xfrm>
            <a:off x="4038480" y="1341000"/>
            <a:ext cx="8152920" cy="54316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1588894298"/>
              </p:ext>
            </p:extLst>
          </p:nvPr>
        </p:nvGraphicFramePr>
        <p:xfrm>
          <a:off x="218520" y="1173600"/>
          <a:ext cx="3819960" cy="5524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677160" y="21780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Why is Linux difficult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677160" y="943560"/>
            <a:ext cx="9830520" cy="59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3055" lnSpcReduction="10000"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What makes it easy also makes it difficult.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Most non-IT professional users have no exposure to Unix.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Manuals are on every system, complete and comprehensive; but difficult to find and too technical to read.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8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Too many choices</a:t>
            </a:r>
            <a:endParaRPr lang="en-US" sz="18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Distributions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Installation type – Network installer, LiveCD, LiveUSD, DualBoot, Embedded, Virtual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Flavors – e.g. Ubuntu; Desktop, Server, Cloud, Kylin, Core, </a:t>
            </a:r>
            <a:r>
              <a:rPr lang="en-SG" sz="1600" b="0" u="sng" strike="noStrike" spc="-1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rebuchet MS"/>
                <a:hlinkClick r:id="rId2"/>
              </a:rPr>
              <a:t>UbuntuFlavors - Ubuntu Wiki.html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Size : 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50 MB – Damn Small Linux (DSL) is a little-lightweight Linux distro based on Debian Linux . </a:t>
            </a:r>
            <a:br>
              <a:rPr sz="1400"/>
            </a:br>
            <a:r>
              <a:rPr lang="en-SG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It is very small, suitable for old computers and single-board computers. Run fully in RAM with as little as 128MB.</a:t>
            </a:r>
            <a:endParaRPr lang="en-US" sz="1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30 GB – Sabayon 3D Desktop is a full “out of the box” bleeding edge distro for gaming and multimedia. </a:t>
            </a:r>
            <a:br>
              <a:rPr sz="1400"/>
            </a:br>
            <a:r>
              <a:rPr lang="en-SG" sz="1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It needs </a:t>
            </a:r>
            <a:r>
              <a:rPr lang="en-SG" sz="13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i686, at least 2-8 GB RAM, 3D graphics card,etc.</a:t>
            </a:r>
            <a:endParaRPr lang="en-US" sz="13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Shell – sh, csh, bash, ksh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Text editors - vi, vim, nano, emacs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Reading file - cat, more, less, head, tail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Desktop environment - GUI windows-like environment - (Unity, GNOME, Cinnamon, Enlightenment, KDE, XFCE, etc) 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16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Applications – More than 10 browsers, including Lynx (text based browser)</a:t>
            </a: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SG" sz="3600" b="0" strike="noStrike" spc="-1">
                <a:solidFill>
                  <a:schemeClr val="accent1"/>
                </a:solidFill>
                <a:latin typeface="Trebuchet MS"/>
              </a:rPr>
              <a:t>Ubuntu Desktop – First look</a:t>
            </a:r>
            <a:endParaRPr lang="en-US" sz="3600" b="0" strike="noStrike" spc="-1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4722" lnSpcReduction="10000"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Boot up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Login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Navigate around Unity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Side bar</a:t>
            </a:r>
            <a:endParaRPr lang="en-US" sz="22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Disk and mounts</a:t>
            </a:r>
            <a:endParaRPr lang="en-US" sz="22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Top bar</a:t>
            </a:r>
            <a:endParaRPr lang="en-US" sz="22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2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Window handling</a:t>
            </a:r>
            <a:endParaRPr lang="en-US" sz="22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Setup Wifi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SG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 terminal</a:t>
            </a:r>
            <a:endParaRPr lang="en-US" sz="24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lang="en-US" sz="1600" b="0" strike="noStrike" spc="-1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654</TotalTime>
  <Words>821</Words>
  <Application>Microsoft Office PowerPoint</Application>
  <PresentationFormat>Widescreen</PresentationFormat>
  <Paragraphs>117</Paragraphs>
  <Slides>15</Slides>
  <Notes>5</Notes>
  <HiddenSlides>6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16</vt:i4>
      </vt:variant>
      <vt:variant>
        <vt:lpstr>Slide Titles</vt:lpstr>
      </vt:variant>
      <vt:variant>
        <vt:i4>15</vt:i4>
      </vt:variant>
    </vt:vector>
  </HeadingPairs>
  <TitlesOfParts>
    <vt:vector size="38" baseType="lpstr">
      <vt:lpstr>Arial</vt:lpstr>
      <vt:lpstr>Mona Sans VF</vt:lpstr>
      <vt:lpstr>Symbol</vt:lpstr>
      <vt:lpstr>Times New Roman</vt:lpstr>
      <vt:lpstr>Trebuchet MS</vt:lpstr>
      <vt:lpstr>Wingdings</vt:lpstr>
      <vt:lpstr>Wingdings 3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Facet</vt:lpstr>
      <vt:lpstr>Linux</vt:lpstr>
      <vt:lpstr>Agenda</vt:lpstr>
      <vt:lpstr>What is Linux?</vt:lpstr>
      <vt:lpstr>Why People think Linux is Easy &amp; Difficult</vt:lpstr>
      <vt:lpstr>Let’s make Linux easy</vt:lpstr>
      <vt:lpstr>Introduction to Linux Distros</vt:lpstr>
      <vt:lpstr>Introduction to Linux Distros</vt:lpstr>
      <vt:lpstr>Introduction to Linux Distros</vt:lpstr>
      <vt:lpstr>What does your Linux distro say about you?</vt:lpstr>
      <vt:lpstr>What is in GNU\Linux</vt:lpstr>
      <vt:lpstr>What is in GNU\Linux</vt:lpstr>
      <vt:lpstr>Is Linux difficult?</vt:lpstr>
      <vt:lpstr>Linux follows the POSIX standard. Full UNIX clone. Easy to switching between UNIX and Linux</vt:lpstr>
      <vt:lpstr>Why is Linux difficult</vt:lpstr>
      <vt:lpstr>Ubuntu Desktop – First look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</dc:title>
  <dc:subject/>
  <dc:creator>Cathy Ooi</dc:creator>
  <dc:description/>
  <cp:lastModifiedBy>cathy</cp:lastModifiedBy>
  <cp:revision>39</cp:revision>
  <dcterms:created xsi:type="dcterms:W3CDTF">2015-11-13T09:34:50Z</dcterms:created>
  <dcterms:modified xsi:type="dcterms:W3CDTF">2026-08-07T15:57:16Z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6</vt:i4>
  </property>
  <property fmtid="{D5CDD505-2E9C-101B-9397-08002B2CF9AE}" pid="3" name="MMClips">
    <vt:i4>2</vt:i4>
  </property>
  <property fmtid="{D5CDD505-2E9C-101B-9397-08002B2CF9AE}" pid="4" name="Notes">
    <vt:i4>5</vt:i4>
  </property>
  <property fmtid="{D5CDD505-2E9C-101B-9397-08002B2CF9AE}" pid="5" name="PresentationFormat">
    <vt:lpwstr>Widescreen</vt:lpwstr>
  </property>
  <property fmtid="{D5CDD505-2E9C-101B-9397-08002B2CF9AE}" pid="6" name="Slides">
    <vt:i4>15</vt:i4>
  </property>
</Properties>
</file>